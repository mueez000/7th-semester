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9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75" r:id="rId35"/>
  </p:sldIdLst>
  <p:sldSz cx="16256000" cy="9144000"/>
  <p:notesSz cx="9144000" cy="16256000"/>
  <p:embeddedFontLst>
    <p:embeddedFont>
      <p:font typeface="Liter" panose="020B0604020202020204" charset="0"/>
      <p:regular r:id="rId37"/>
    </p:embeddedFont>
    <p:embeddedFont>
      <p:font typeface="Quattrocento Sans" panose="020B0502050000020003" pitchFamily="34" charset="0"/>
      <p:regular r:id="rId38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7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218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aejbeb75jjkcs/mnt/agents/output/habitflow-ppt/images/10_Free_Glowing_Developer_Workspace.png"/>
          <p:cNvPicPr>
            <a:picLocks noChangeAspect="1"/>
          </p:cNvPicPr>
          <p:nvPr/>
        </p:nvPicPr>
        <p:blipFill>
          <a:blip r:embed="rId3"/>
          <a:srcRect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270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72A">
                  <a:alpha val="90000"/>
                </a:srgbClr>
              </a:gs>
              <a:gs pos="50000">
                <a:srgbClr val="0F172A">
                  <a:alpha val="80000"/>
                </a:srgbClr>
              </a:gs>
              <a:gs pos="100000">
                <a:srgbClr val="0F172A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1"/>
          <p:cNvSpPr/>
          <p:nvPr/>
        </p:nvSpPr>
        <p:spPr>
          <a:xfrm>
            <a:off x="7175500" y="2984500"/>
            <a:ext cx="1905000" cy="50800"/>
          </a:xfrm>
          <a:prstGeom prst="rect">
            <a:avLst/>
          </a:prstGeom>
          <a:gradFill flip="none" rotWithShape="1">
            <a:gsLst>
              <a:gs pos="0">
                <a:srgbClr val="10B981"/>
              </a:gs>
              <a:gs pos="100000">
                <a:srgbClr val="34D399"/>
              </a:gs>
            </a:gsLst>
            <a:lin ang="0" scaled="1"/>
          </a:gra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2"/>
          <p:cNvSpPr/>
          <p:nvPr/>
        </p:nvSpPr>
        <p:spPr>
          <a:xfrm>
            <a:off x="1778000" y="3302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HabitFlow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3048000" y="4381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 Habit Tracking Application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18000" y="4953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Engineering 2 — Full-Stack Project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23000" y="5651500"/>
            <a:ext cx="3810000" cy="127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5588000" y="5905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kern="0" spc="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MEMBERS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83000" y="63500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Abdul Waseh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0" y="63500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Mueez Ahmad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033000" y="63500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Mir Fawad Ul Haq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588000" y="6985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kern="0" spc="4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397000"/>
            <a:ext cx="635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2222500"/>
            <a:ext cx="1016000" cy="50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762000" y="2794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51000" y="279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3175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 and problem statement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937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51000" y="393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 &amp; Architecture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51000" y="4318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Technologies, tools, and system 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5080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51000" y="508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51000" y="5461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showcase with implementation details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2794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71000" y="279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&amp; API Design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71000" y="3175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MongoDB schema and REST API endpoints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3937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71000" y="393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Conclusion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71000" y="4318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challenges, solutions, and future work</a:t>
            </a:r>
            <a:endParaRPr lang="en-US" sz="1600" dirty="0"/>
          </a:p>
        </p:txBody>
      </p:sp>
      <p:pic>
        <p:nvPicPr>
          <p:cNvPr id="20" name="Image 0" descr="https://kimi-img.moonshot.cn/pub/slides/okc/aejbeb75jjkcs/mnt/agents/output/habitflow-ppt/images/3_94_923_Futuristic_Web_Development.png"/>
          <p:cNvPicPr>
            <a:picLocks noChangeAspect="1"/>
          </p:cNvPicPr>
          <p:nvPr/>
        </p:nvPicPr>
        <p:blipFill>
          <a:blip r:embed="rId3">
            <a:alphaModFix amt="15000"/>
          </a:blip>
          <a:srcRect t="10223" b="10223"/>
          <a:stretch/>
        </p:blipFill>
        <p:spPr>
          <a:xfrm>
            <a:off x="8382000" y="5080000"/>
            <a:ext cx="7112000" cy="3429000"/>
          </a:xfrm>
          <a:prstGeom prst="roundRect">
            <a:avLst>
              <a:gd name="adj" fmla="val 8000"/>
            </a:avLst>
          </a:prstGeom>
        </p:spPr>
      </p:pic>
      <p:sp>
        <p:nvSpPr>
          <p:cNvPr id="21" name="Text 18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0">
              <a:srgbClr val="0F172A"/>
            </a:gs>
            <a:gs pos="100000">
              <a:srgbClr val="1E293B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5080000" cy="215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0" b="1" dirty="0">
                <a:solidFill>
                  <a:srgbClr val="FFFFFF">
                    <a:alpha val="313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6000" y="330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kern="0" spc="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3746500"/>
            <a:ext cx="762000" cy="50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1016000" y="40005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16000" y="4889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overview, team members, and problem statement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69900"/>
            <a:ext cx="32512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&amp;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95400"/>
            <a:ext cx="7620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762000" y="1587500"/>
            <a:ext cx="8382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HabitFlow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full-stack habit tracking app for building positive daily routines.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Tracks: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Namaz prayers with streak visualization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Work/focus sessions with built-in timer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Exercise with calorie tracking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Custom habits with completion logging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Todo tasks with priorities and due dates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016500"/>
            <a:ext cx="8382000" cy="1778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1079500" y="51689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kern="0" spc="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54864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Abdul Waseh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9500" y="58674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Mueez Ahmad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26000" y="54864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Mir Fawad Ul Haq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26000" y="58674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Engineering 2 — Spring 2026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52000" y="1587500"/>
            <a:ext cx="5842000" cy="46355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10033000" y="184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HIGHLIGHTS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33000" y="2286000"/>
            <a:ext cx="5080000" cy="127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10033000" y="254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10477500" y="2501900"/>
            <a:ext cx="469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MERN Stack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MongoDB, Express, React, Node.js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033000" y="336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10477500" y="3327400"/>
            <a:ext cx="469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 Authentication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secure password hashing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033000" y="419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10477500" y="4152900"/>
            <a:ext cx="469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Analytics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Recharts and heatmap calendars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033000" y="501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5904" y="0"/>
                </a:moveTo>
                <a:lnTo>
                  <a:pt x="219254" y="0"/>
                </a:lnTo>
                <a:cubicBezTo>
                  <a:pt x="235029" y="0"/>
                  <a:pt x="247888" y="12978"/>
                  <a:pt x="247293" y="28694"/>
                </a:cubicBezTo>
                <a:cubicBezTo>
                  <a:pt x="247174" y="31849"/>
                  <a:pt x="247055" y="35004"/>
                  <a:pt x="246876" y="38100"/>
                </a:cubicBezTo>
                <a:lnTo>
                  <a:pt x="276404" y="38100"/>
                </a:lnTo>
                <a:cubicBezTo>
                  <a:pt x="291941" y="38100"/>
                  <a:pt x="305633" y="50959"/>
                  <a:pt x="304443" y="67747"/>
                </a:cubicBezTo>
                <a:cubicBezTo>
                  <a:pt x="299978" y="129480"/>
                  <a:pt x="268426" y="163413"/>
                  <a:pt x="234196" y="181154"/>
                </a:cubicBezTo>
                <a:cubicBezTo>
                  <a:pt x="224790" y="186035"/>
                  <a:pt x="215205" y="189667"/>
                  <a:pt x="206097" y="192345"/>
                </a:cubicBezTo>
                <a:cubicBezTo>
                  <a:pt x="194072" y="209371"/>
                  <a:pt x="181570" y="218361"/>
                  <a:pt x="171629" y="223183"/>
                </a:cubicBezTo>
                <a:lnTo>
                  <a:pt x="171629" y="266700"/>
                </a:lnTo>
                <a:lnTo>
                  <a:pt x="209729" y="266700"/>
                </a:lnTo>
                <a:cubicBezTo>
                  <a:pt x="220266" y="266700"/>
                  <a:pt x="228779" y="275213"/>
                  <a:pt x="228779" y="285750"/>
                </a:cubicBezTo>
                <a:cubicBezTo>
                  <a:pt x="228779" y="296287"/>
                  <a:pt x="220266" y="304800"/>
                  <a:pt x="209729" y="304800"/>
                </a:cubicBezTo>
                <a:lnTo>
                  <a:pt x="95429" y="304800"/>
                </a:lnTo>
                <a:cubicBezTo>
                  <a:pt x="84892" y="304800"/>
                  <a:pt x="76379" y="296287"/>
                  <a:pt x="76379" y="285750"/>
                </a:cubicBezTo>
                <a:cubicBezTo>
                  <a:pt x="76379" y="275213"/>
                  <a:pt x="84892" y="266700"/>
                  <a:pt x="95429" y="266700"/>
                </a:cubicBezTo>
                <a:lnTo>
                  <a:pt x="133529" y="266700"/>
                </a:lnTo>
                <a:lnTo>
                  <a:pt x="133529" y="223183"/>
                </a:lnTo>
                <a:cubicBezTo>
                  <a:pt x="124004" y="218599"/>
                  <a:pt x="112157" y="210086"/>
                  <a:pt x="100608" y="194429"/>
                </a:cubicBezTo>
                <a:cubicBezTo>
                  <a:pt x="89654" y="191572"/>
                  <a:pt x="77748" y="187226"/>
                  <a:pt x="66139" y="180677"/>
                </a:cubicBezTo>
                <a:cubicBezTo>
                  <a:pt x="33933" y="162639"/>
                  <a:pt x="4882" y="128647"/>
                  <a:pt x="714" y="67627"/>
                </a:cubicBezTo>
                <a:cubicBezTo>
                  <a:pt x="-417" y="50899"/>
                  <a:pt x="13216" y="38040"/>
                  <a:pt x="28754" y="38040"/>
                </a:cubicBezTo>
                <a:lnTo>
                  <a:pt x="58281" y="38040"/>
                </a:lnTo>
                <a:cubicBezTo>
                  <a:pt x="58103" y="34945"/>
                  <a:pt x="57983" y="31849"/>
                  <a:pt x="57864" y="28635"/>
                </a:cubicBezTo>
                <a:cubicBezTo>
                  <a:pt x="57269" y="12859"/>
                  <a:pt x="70128" y="-60"/>
                  <a:pt x="85904" y="-60"/>
                </a:cubicBezTo>
                <a:close/>
                <a:moveTo>
                  <a:pt x="60424" y="66675"/>
                </a:moveTo>
                <a:lnTo>
                  <a:pt x="29230" y="66675"/>
                </a:lnTo>
                <a:cubicBezTo>
                  <a:pt x="32921" y="117098"/>
                  <a:pt x="56078" y="142339"/>
                  <a:pt x="79950" y="155734"/>
                </a:cubicBezTo>
                <a:cubicBezTo>
                  <a:pt x="71378" y="133529"/>
                  <a:pt x="64294" y="104537"/>
                  <a:pt x="60424" y="66675"/>
                </a:cubicBezTo>
                <a:close/>
                <a:moveTo>
                  <a:pt x="226219" y="152876"/>
                </a:moveTo>
                <a:cubicBezTo>
                  <a:pt x="250329" y="138708"/>
                  <a:pt x="272117" y="113526"/>
                  <a:pt x="275808" y="66675"/>
                </a:cubicBezTo>
                <a:lnTo>
                  <a:pt x="244673" y="66675"/>
                </a:lnTo>
                <a:cubicBezTo>
                  <a:pt x="240983" y="102930"/>
                  <a:pt x="234315" y="131088"/>
                  <a:pt x="226219" y="152876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10477500" y="4978400"/>
            <a:ext cx="469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Gamification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XP, levels, badges, and streaks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69900"/>
            <a:ext cx="32512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&amp;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95400"/>
            <a:ext cx="7620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762000" y="15875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Students and professionals struggle to maintain consistency in daily habits. Existing solutions have significant gaps that HabitFlow addresses.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2667000"/>
            <a:ext cx="4699000" cy="2921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1079500" y="292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7800" y="0"/>
                </a:moveTo>
                <a:cubicBezTo>
                  <a:pt x="205819" y="0"/>
                  <a:pt x="228600" y="17066"/>
                  <a:pt x="228600" y="38100"/>
                </a:cubicBezTo>
                <a:cubicBezTo>
                  <a:pt x="228600" y="46355"/>
                  <a:pt x="225108" y="53975"/>
                  <a:pt x="219075" y="60246"/>
                </a:cubicBezTo>
                <a:cubicBezTo>
                  <a:pt x="213836" y="65723"/>
                  <a:pt x="209550" y="72390"/>
                  <a:pt x="209550" y="80010"/>
                </a:cubicBezTo>
                <a:cubicBezTo>
                  <a:pt x="209550" y="91916"/>
                  <a:pt x="219234" y="101600"/>
                  <a:pt x="231140" y="101600"/>
                </a:cubicBezTo>
                <a:lnTo>
                  <a:pt x="266700" y="101600"/>
                </a:lnTo>
                <a:cubicBezTo>
                  <a:pt x="287734" y="101600"/>
                  <a:pt x="304800" y="118666"/>
                  <a:pt x="304800" y="139700"/>
                </a:cubicBezTo>
                <a:lnTo>
                  <a:pt x="304800" y="175260"/>
                </a:lnTo>
                <a:cubicBezTo>
                  <a:pt x="304800" y="187166"/>
                  <a:pt x="314484" y="196850"/>
                  <a:pt x="326390" y="196850"/>
                </a:cubicBezTo>
                <a:cubicBezTo>
                  <a:pt x="333931" y="196850"/>
                  <a:pt x="340678" y="192564"/>
                  <a:pt x="346154" y="187325"/>
                </a:cubicBezTo>
                <a:cubicBezTo>
                  <a:pt x="352425" y="181372"/>
                  <a:pt x="360045" y="177800"/>
                  <a:pt x="368300" y="177800"/>
                </a:cubicBezTo>
                <a:cubicBezTo>
                  <a:pt x="389334" y="177800"/>
                  <a:pt x="406400" y="200581"/>
                  <a:pt x="406400" y="228600"/>
                </a:cubicBezTo>
                <a:cubicBezTo>
                  <a:pt x="406400" y="256619"/>
                  <a:pt x="389334" y="279400"/>
                  <a:pt x="368300" y="279400"/>
                </a:cubicBezTo>
                <a:cubicBezTo>
                  <a:pt x="360045" y="279400"/>
                  <a:pt x="352346" y="275908"/>
                  <a:pt x="346154" y="269875"/>
                </a:cubicBezTo>
                <a:cubicBezTo>
                  <a:pt x="340678" y="264636"/>
                  <a:pt x="334010" y="260350"/>
                  <a:pt x="326390" y="260350"/>
                </a:cubicBezTo>
                <a:cubicBezTo>
                  <a:pt x="314484" y="260350"/>
                  <a:pt x="304800" y="270034"/>
                  <a:pt x="304800" y="281940"/>
                </a:cubicBezTo>
                <a:lnTo>
                  <a:pt x="304800" y="368300"/>
                </a:lnTo>
                <a:cubicBezTo>
                  <a:pt x="304800" y="389334"/>
                  <a:pt x="287734" y="406400"/>
                  <a:pt x="266700" y="406400"/>
                </a:cubicBezTo>
                <a:lnTo>
                  <a:pt x="221615" y="406400"/>
                </a:lnTo>
                <a:cubicBezTo>
                  <a:pt x="211455" y="406400"/>
                  <a:pt x="203200" y="398145"/>
                  <a:pt x="203200" y="387985"/>
                </a:cubicBezTo>
                <a:cubicBezTo>
                  <a:pt x="203200" y="380683"/>
                  <a:pt x="207804" y="374253"/>
                  <a:pt x="213678" y="369888"/>
                </a:cubicBezTo>
                <a:cubicBezTo>
                  <a:pt x="222885" y="362982"/>
                  <a:pt x="228600" y="353457"/>
                  <a:pt x="228600" y="342900"/>
                </a:cubicBezTo>
                <a:cubicBezTo>
                  <a:pt x="228600" y="321866"/>
                  <a:pt x="205819" y="304800"/>
                  <a:pt x="177800" y="304800"/>
                </a:cubicBezTo>
                <a:cubicBezTo>
                  <a:pt x="149781" y="304800"/>
                  <a:pt x="127000" y="321866"/>
                  <a:pt x="127000" y="342900"/>
                </a:cubicBezTo>
                <a:cubicBezTo>
                  <a:pt x="127000" y="353457"/>
                  <a:pt x="132715" y="362982"/>
                  <a:pt x="141923" y="369888"/>
                </a:cubicBezTo>
                <a:cubicBezTo>
                  <a:pt x="147796" y="374253"/>
                  <a:pt x="152400" y="380603"/>
                  <a:pt x="152400" y="387985"/>
                </a:cubicBezTo>
                <a:cubicBezTo>
                  <a:pt x="152400" y="398145"/>
                  <a:pt x="144145" y="406400"/>
                  <a:pt x="133985" y="406400"/>
                </a:cubicBezTo>
                <a:lnTo>
                  <a:pt x="38100" y="406400"/>
                </a:lnTo>
                <a:cubicBezTo>
                  <a:pt x="17066" y="406400"/>
                  <a:pt x="0" y="389334"/>
                  <a:pt x="0" y="368300"/>
                </a:cubicBezTo>
                <a:lnTo>
                  <a:pt x="0" y="272415"/>
                </a:lnTo>
                <a:cubicBezTo>
                  <a:pt x="0" y="262255"/>
                  <a:pt x="8255" y="254000"/>
                  <a:pt x="18415" y="254000"/>
                </a:cubicBezTo>
                <a:cubicBezTo>
                  <a:pt x="25717" y="254000"/>
                  <a:pt x="32147" y="258604"/>
                  <a:pt x="36513" y="264478"/>
                </a:cubicBezTo>
                <a:cubicBezTo>
                  <a:pt x="43418" y="273685"/>
                  <a:pt x="52943" y="279400"/>
                  <a:pt x="63500" y="279400"/>
                </a:cubicBezTo>
                <a:cubicBezTo>
                  <a:pt x="84534" y="279400"/>
                  <a:pt x="101600" y="256619"/>
                  <a:pt x="101600" y="228600"/>
                </a:cubicBezTo>
                <a:cubicBezTo>
                  <a:pt x="101600" y="200581"/>
                  <a:pt x="84534" y="177800"/>
                  <a:pt x="63500" y="177800"/>
                </a:cubicBezTo>
                <a:cubicBezTo>
                  <a:pt x="52943" y="177800"/>
                  <a:pt x="43418" y="183515"/>
                  <a:pt x="36513" y="192723"/>
                </a:cubicBezTo>
                <a:cubicBezTo>
                  <a:pt x="32147" y="198596"/>
                  <a:pt x="25797" y="203200"/>
                  <a:pt x="18415" y="203200"/>
                </a:cubicBezTo>
                <a:cubicBezTo>
                  <a:pt x="8255" y="203200"/>
                  <a:pt x="0" y="194945"/>
                  <a:pt x="0" y="184785"/>
                </a:cubicBezTo>
                <a:lnTo>
                  <a:pt x="0" y="139700"/>
                </a:lnTo>
                <a:cubicBezTo>
                  <a:pt x="0" y="118666"/>
                  <a:pt x="17066" y="101600"/>
                  <a:pt x="38100" y="101600"/>
                </a:cubicBezTo>
                <a:lnTo>
                  <a:pt x="124460" y="101600"/>
                </a:lnTo>
                <a:cubicBezTo>
                  <a:pt x="136366" y="101600"/>
                  <a:pt x="146050" y="91916"/>
                  <a:pt x="146050" y="80010"/>
                </a:cubicBezTo>
                <a:cubicBezTo>
                  <a:pt x="146050" y="72469"/>
                  <a:pt x="141764" y="65723"/>
                  <a:pt x="136525" y="60246"/>
                </a:cubicBezTo>
                <a:cubicBezTo>
                  <a:pt x="130572" y="53975"/>
                  <a:pt x="127000" y="46355"/>
                  <a:pt x="127000" y="38100"/>
                </a:cubicBezTo>
                <a:cubicBezTo>
                  <a:pt x="127000" y="17066"/>
                  <a:pt x="149781" y="0"/>
                  <a:pt x="177800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1079500" y="3492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 Complex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9500" y="3911600"/>
            <a:ext cx="406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apps are overloaded with features, making habit tracking feel like a chore rather than a helper.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78500" y="2667000"/>
            <a:ext cx="4699000" cy="2921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6096000" y="292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9321" y="222250"/>
                </a:moveTo>
                <a:lnTo>
                  <a:pt x="127794" y="222250"/>
                </a:lnTo>
                <a:cubicBezTo>
                  <a:pt x="130096" y="273447"/>
                  <a:pt x="141446" y="320596"/>
                  <a:pt x="157559" y="355124"/>
                </a:cubicBezTo>
                <a:cubicBezTo>
                  <a:pt x="166608" y="374571"/>
                  <a:pt x="176371" y="388303"/>
                  <a:pt x="185420" y="396716"/>
                </a:cubicBezTo>
                <a:cubicBezTo>
                  <a:pt x="194310" y="405051"/>
                  <a:pt x="200422" y="406400"/>
                  <a:pt x="203597" y="406400"/>
                </a:cubicBezTo>
                <a:cubicBezTo>
                  <a:pt x="206772" y="406400"/>
                  <a:pt x="212884" y="405051"/>
                  <a:pt x="221774" y="396716"/>
                </a:cubicBezTo>
                <a:cubicBezTo>
                  <a:pt x="230822" y="388302"/>
                  <a:pt x="240586" y="374491"/>
                  <a:pt x="249634" y="355124"/>
                </a:cubicBezTo>
                <a:cubicBezTo>
                  <a:pt x="265747" y="320596"/>
                  <a:pt x="277098" y="273447"/>
                  <a:pt x="279400" y="222250"/>
                </a:cubicBezTo>
                <a:close/>
                <a:moveTo>
                  <a:pt x="127714" y="184150"/>
                </a:moveTo>
                <a:lnTo>
                  <a:pt x="279241" y="184150"/>
                </a:lnTo>
                <a:cubicBezTo>
                  <a:pt x="277019" y="132953"/>
                  <a:pt x="265668" y="85804"/>
                  <a:pt x="249555" y="51276"/>
                </a:cubicBezTo>
                <a:cubicBezTo>
                  <a:pt x="240506" y="31909"/>
                  <a:pt x="230743" y="18098"/>
                  <a:pt x="221694" y="9684"/>
                </a:cubicBezTo>
                <a:cubicBezTo>
                  <a:pt x="212804" y="1349"/>
                  <a:pt x="206692" y="0"/>
                  <a:pt x="203518" y="0"/>
                </a:cubicBezTo>
                <a:cubicBezTo>
                  <a:pt x="200342" y="0"/>
                  <a:pt x="194231" y="1349"/>
                  <a:pt x="185341" y="9684"/>
                </a:cubicBezTo>
                <a:cubicBezTo>
                  <a:pt x="176292" y="18098"/>
                  <a:pt x="166529" y="31909"/>
                  <a:pt x="157480" y="51276"/>
                </a:cubicBezTo>
                <a:cubicBezTo>
                  <a:pt x="141367" y="85804"/>
                  <a:pt x="130016" y="132953"/>
                  <a:pt x="127714" y="184150"/>
                </a:cubicBezTo>
                <a:close/>
                <a:moveTo>
                  <a:pt x="89614" y="184150"/>
                </a:moveTo>
                <a:cubicBezTo>
                  <a:pt x="92393" y="116205"/>
                  <a:pt x="109934" y="53102"/>
                  <a:pt x="135573" y="11668"/>
                </a:cubicBezTo>
                <a:cubicBezTo>
                  <a:pt x="62468" y="37544"/>
                  <a:pt x="8652" y="104140"/>
                  <a:pt x="1191" y="184150"/>
                </a:cubicBezTo>
                <a:lnTo>
                  <a:pt x="89614" y="184150"/>
                </a:lnTo>
                <a:close/>
                <a:moveTo>
                  <a:pt x="1191" y="222250"/>
                </a:moveTo>
                <a:cubicBezTo>
                  <a:pt x="8652" y="302260"/>
                  <a:pt x="62468" y="368856"/>
                  <a:pt x="135573" y="394732"/>
                </a:cubicBezTo>
                <a:cubicBezTo>
                  <a:pt x="109934" y="353298"/>
                  <a:pt x="92393" y="290195"/>
                  <a:pt x="89614" y="222250"/>
                </a:cubicBezTo>
                <a:lnTo>
                  <a:pt x="1191" y="222250"/>
                </a:lnTo>
                <a:close/>
                <a:moveTo>
                  <a:pt x="317421" y="222250"/>
                </a:moveTo>
                <a:cubicBezTo>
                  <a:pt x="314643" y="290195"/>
                  <a:pt x="297101" y="353298"/>
                  <a:pt x="271463" y="394732"/>
                </a:cubicBezTo>
                <a:cubicBezTo>
                  <a:pt x="344567" y="368776"/>
                  <a:pt x="398383" y="302260"/>
                  <a:pt x="405844" y="222250"/>
                </a:cubicBezTo>
                <a:lnTo>
                  <a:pt x="317421" y="222250"/>
                </a:lnTo>
                <a:close/>
                <a:moveTo>
                  <a:pt x="405844" y="184150"/>
                </a:moveTo>
                <a:cubicBezTo>
                  <a:pt x="398383" y="104140"/>
                  <a:pt x="344567" y="37544"/>
                  <a:pt x="271463" y="11668"/>
                </a:cubicBezTo>
                <a:cubicBezTo>
                  <a:pt x="297101" y="53102"/>
                  <a:pt x="314643" y="116205"/>
                  <a:pt x="317421" y="184150"/>
                </a:cubicBezTo>
                <a:lnTo>
                  <a:pt x="405844" y="18415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6096000" y="3492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Culturally Inclusive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0" y="3911600"/>
            <a:ext cx="406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habit trackers lack support for prayer tracking and culturally relevant habit categories.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795000" y="2667000"/>
            <a:ext cx="4699000" cy="2921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11112500" y="292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01600" y="76200"/>
                </a:moveTo>
                <a:cubicBezTo>
                  <a:pt x="101600" y="62151"/>
                  <a:pt x="112951" y="50800"/>
                  <a:pt x="127000" y="50800"/>
                </a:cubicBezTo>
                <a:lnTo>
                  <a:pt x="279400" y="50800"/>
                </a:lnTo>
                <a:cubicBezTo>
                  <a:pt x="293449" y="50800"/>
                  <a:pt x="304800" y="62151"/>
                  <a:pt x="304800" y="76200"/>
                </a:cubicBezTo>
                <a:cubicBezTo>
                  <a:pt x="304800" y="90249"/>
                  <a:pt x="293449" y="101600"/>
                  <a:pt x="279400" y="101600"/>
                </a:cubicBezTo>
                <a:lnTo>
                  <a:pt x="127000" y="101600"/>
                </a:lnTo>
                <a:cubicBezTo>
                  <a:pt x="112951" y="101600"/>
                  <a:pt x="101600" y="90249"/>
                  <a:pt x="101600" y="76200"/>
                </a:cubicBezTo>
                <a:close/>
                <a:moveTo>
                  <a:pt x="127000" y="139700"/>
                </a:moveTo>
                <a:lnTo>
                  <a:pt x="228600" y="139700"/>
                </a:lnTo>
                <a:cubicBezTo>
                  <a:pt x="242649" y="139700"/>
                  <a:pt x="254000" y="151051"/>
                  <a:pt x="254000" y="165100"/>
                </a:cubicBezTo>
                <a:cubicBezTo>
                  <a:pt x="254000" y="179149"/>
                  <a:pt x="242649" y="190500"/>
                  <a:pt x="228600" y="190500"/>
                </a:cubicBezTo>
                <a:lnTo>
                  <a:pt x="127000" y="190500"/>
                </a:lnTo>
                <a:cubicBezTo>
                  <a:pt x="112951" y="190500"/>
                  <a:pt x="101600" y="179149"/>
                  <a:pt x="101600" y="165100"/>
                </a:cubicBezTo>
                <a:cubicBezTo>
                  <a:pt x="101600" y="151051"/>
                  <a:pt x="112951" y="139700"/>
                  <a:pt x="127000" y="139700"/>
                </a:cubicBezTo>
                <a:close/>
                <a:moveTo>
                  <a:pt x="127000" y="228600"/>
                </a:moveTo>
                <a:lnTo>
                  <a:pt x="330200" y="228600"/>
                </a:lnTo>
                <a:cubicBezTo>
                  <a:pt x="344249" y="228600"/>
                  <a:pt x="355600" y="239951"/>
                  <a:pt x="355600" y="254000"/>
                </a:cubicBezTo>
                <a:cubicBezTo>
                  <a:pt x="355600" y="268049"/>
                  <a:pt x="344249" y="279400"/>
                  <a:pt x="330200" y="279400"/>
                </a:cubicBezTo>
                <a:lnTo>
                  <a:pt x="127000" y="279400"/>
                </a:lnTo>
                <a:cubicBezTo>
                  <a:pt x="112951" y="279400"/>
                  <a:pt x="101600" y="268049"/>
                  <a:pt x="101600" y="254000"/>
                </a:cubicBezTo>
                <a:cubicBezTo>
                  <a:pt x="101600" y="239951"/>
                  <a:pt x="112951" y="228600"/>
                  <a:pt x="127000" y="22860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11112500" y="3492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Integrated Analytics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12500" y="3911600"/>
            <a:ext cx="406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cannot visualize progress trends or get meaningful insights about their habit consistency.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5969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1143000" y="6311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1841500" y="6159500"/>
            <a:ext cx="1320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Solution:</a:t>
            </a:r>
            <a:r>
              <a:rPr lang="en-US" sz="17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HabitFlow provides a simple, unified platform with integrated analytics, gamification, and culturally-aware habit tracking — all in one responsive web application.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1">
          <a:gsLst>
            <a:gs pos="0">
              <a:srgbClr val="0F172A"/>
            </a:gs>
            <a:gs pos="100000">
              <a:srgbClr val="1E293B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5080000" cy="215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0" b="1" dirty="0">
                <a:solidFill>
                  <a:srgbClr val="FFFFFF">
                    <a:alpha val="313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6000" y="330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kern="0" spc="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3746500"/>
            <a:ext cx="762000" cy="50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1016000" y="4000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 &amp; Architecture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16000" y="4889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Technologies, tools, and system architecture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1200" y="469900"/>
            <a:ext cx="32512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&amp;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95400"/>
            <a:ext cx="7620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762000" y="15875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762000" y="1587500"/>
            <a:ext cx="4699000" cy="5715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990600" y="1714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09550"/>
                </a:lnTo>
                <a:cubicBezTo>
                  <a:pt x="0" y="230565"/>
                  <a:pt x="17085" y="247650"/>
                  <a:pt x="38100" y="247650"/>
                </a:cubicBezTo>
                <a:lnTo>
                  <a:pt x="123825" y="247650"/>
                </a:lnTo>
                <a:lnTo>
                  <a:pt x="114300" y="276225"/>
                </a:lnTo>
                <a:lnTo>
                  <a:pt x="71438" y="276225"/>
                </a:lnTo>
                <a:cubicBezTo>
                  <a:pt x="63520" y="276225"/>
                  <a:pt x="57150" y="282595"/>
                  <a:pt x="57150" y="290513"/>
                </a:cubicBezTo>
                <a:cubicBezTo>
                  <a:pt x="57150" y="298430"/>
                  <a:pt x="63520" y="304800"/>
                  <a:pt x="71438" y="304800"/>
                </a:cubicBezTo>
                <a:lnTo>
                  <a:pt x="233363" y="304800"/>
                </a:lnTo>
                <a:cubicBezTo>
                  <a:pt x="241280" y="304800"/>
                  <a:pt x="247650" y="298430"/>
                  <a:pt x="247650" y="290513"/>
                </a:cubicBezTo>
                <a:cubicBezTo>
                  <a:pt x="247650" y="282595"/>
                  <a:pt x="241280" y="276225"/>
                  <a:pt x="233363" y="276225"/>
                </a:cubicBezTo>
                <a:lnTo>
                  <a:pt x="190500" y="276225"/>
                </a:lnTo>
                <a:lnTo>
                  <a:pt x="180975" y="247650"/>
                </a:lnTo>
                <a:lnTo>
                  <a:pt x="266700" y="247650"/>
                </a:lnTo>
                <a:cubicBezTo>
                  <a:pt x="287715" y="247650"/>
                  <a:pt x="304800" y="230565"/>
                  <a:pt x="304800" y="209550"/>
                </a:cubicBezTo>
                <a:lnTo>
                  <a:pt x="304800" y="57150"/>
                </a:lnTo>
                <a:cubicBezTo>
                  <a:pt x="304800" y="36135"/>
                  <a:pt x="287715" y="19050"/>
                  <a:pt x="266700" y="19050"/>
                </a:cubicBezTo>
                <a:lnTo>
                  <a:pt x="38100" y="19050"/>
                </a:lnTo>
                <a:close/>
                <a:moveTo>
                  <a:pt x="57150" y="57150"/>
                </a:moveTo>
                <a:lnTo>
                  <a:pt x="247650" y="57150"/>
                </a:lnTo>
                <a:cubicBezTo>
                  <a:pt x="258187" y="57150"/>
                  <a:pt x="266700" y="65663"/>
                  <a:pt x="266700" y="76200"/>
                </a:cubicBezTo>
                <a:lnTo>
                  <a:pt x="266700" y="171450"/>
                </a:lnTo>
                <a:cubicBezTo>
                  <a:pt x="266700" y="181987"/>
                  <a:pt x="258187" y="190500"/>
                  <a:pt x="247650" y="190500"/>
                </a:cubicBezTo>
                <a:lnTo>
                  <a:pt x="57150" y="190500"/>
                </a:lnTo>
                <a:cubicBezTo>
                  <a:pt x="46613" y="190500"/>
                  <a:pt x="38100" y="181987"/>
                  <a:pt x="38100" y="171450"/>
                </a:cubicBezTo>
                <a:lnTo>
                  <a:pt x="38100" y="76200"/>
                </a:lnTo>
                <a:cubicBezTo>
                  <a:pt x="38100" y="65663"/>
                  <a:pt x="46613" y="57150"/>
                  <a:pt x="57150" y="571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1397000" y="1587500"/>
            <a:ext cx="381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0600" y="2349500"/>
            <a:ext cx="42545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19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UI framework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Vite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Build tool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TailwindCSS v4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Styling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Recharts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Data visualization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Framer Motion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Animations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Axios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HTTP client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78500" y="15875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5778500" y="1587500"/>
            <a:ext cx="4699000" cy="5715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6026150" y="1714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7085" y="133350"/>
                  <a:pt x="38100" y="133350"/>
                </a:cubicBezTo>
                <a:lnTo>
                  <a:pt x="228600" y="133350"/>
                </a:lnTo>
                <a:cubicBezTo>
                  <a:pt x="249615" y="133350"/>
                  <a:pt x="266700" y="116265"/>
                  <a:pt x="266700" y="952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66688" y="61912"/>
                </a:moveTo>
                <a:cubicBezTo>
                  <a:pt x="174573" y="61912"/>
                  <a:pt x="180975" y="68315"/>
                  <a:pt x="180975" y="76200"/>
                </a:cubicBezTo>
                <a:cubicBezTo>
                  <a:pt x="180975" y="84085"/>
                  <a:pt x="174573" y="90488"/>
                  <a:pt x="166688" y="90488"/>
                </a:cubicBezTo>
                <a:cubicBezTo>
                  <a:pt x="158802" y="90488"/>
                  <a:pt x="152400" y="84085"/>
                  <a:pt x="152400" y="76200"/>
                </a:cubicBezTo>
                <a:cubicBezTo>
                  <a:pt x="152400" y="68315"/>
                  <a:pt x="158802" y="61912"/>
                  <a:pt x="166688" y="61912"/>
                </a:cubicBezTo>
                <a:close/>
                <a:moveTo>
                  <a:pt x="200025" y="76200"/>
                </a:moveTo>
                <a:cubicBezTo>
                  <a:pt x="200025" y="68315"/>
                  <a:pt x="206427" y="61912"/>
                  <a:pt x="214313" y="61912"/>
                </a:cubicBezTo>
                <a:cubicBezTo>
                  <a:pt x="222198" y="61912"/>
                  <a:pt x="228600" y="68315"/>
                  <a:pt x="228600" y="76200"/>
                </a:cubicBezTo>
                <a:cubicBezTo>
                  <a:pt x="228600" y="84085"/>
                  <a:pt x="222198" y="90488"/>
                  <a:pt x="214313" y="90488"/>
                </a:cubicBezTo>
                <a:cubicBezTo>
                  <a:pt x="206427" y="90488"/>
                  <a:pt x="200025" y="84085"/>
                  <a:pt x="200025" y="76200"/>
                </a:cubicBezTo>
                <a:close/>
                <a:moveTo>
                  <a:pt x="38100" y="171450"/>
                </a:moveTo>
                <a:cubicBezTo>
                  <a:pt x="17085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209550"/>
                </a:lnTo>
                <a:cubicBezTo>
                  <a:pt x="266700" y="188535"/>
                  <a:pt x="249615" y="171450"/>
                  <a:pt x="228600" y="171450"/>
                </a:cubicBezTo>
                <a:lnTo>
                  <a:pt x="38100" y="171450"/>
                </a:lnTo>
                <a:close/>
                <a:moveTo>
                  <a:pt x="166688" y="214313"/>
                </a:moveTo>
                <a:cubicBezTo>
                  <a:pt x="174573" y="214313"/>
                  <a:pt x="180975" y="220715"/>
                  <a:pt x="180975" y="228600"/>
                </a:cubicBezTo>
                <a:cubicBezTo>
                  <a:pt x="180975" y="236485"/>
                  <a:pt x="174573" y="242888"/>
                  <a:pt x="166688" y="242888"/>
                </a:cubicBezTo>
                <a:cubicBezTo>
                  <a:pt x="158802" y="242888"/>
                  <a:pt x="152400" y="236485"/>
                  <a:pt x="152400" y="228600"/>
                </a:cubicBezTo>
                <a:cubicBezTo>
                  <a:pt x="152400" y="220715"/>
                  <a:pt x="158802" y="214313"/>
                  <a:pt x="166688" y="214313"/>
                </a:cubicBezTo>
                <a:close/>
                <a:moveTo>
                  <a:pt x="200025" y="228600"/>
                </a:moveTo>
                <a:cubicBezTo>
                  <a:pt x="200025" y="220715"/>
                  <a:pt x="206427" y="214313"/>
                  <a:pt x="214313" y="214313"/>
                </a:cubicBezTo>
                <a:cubicBezTo>
                  <a:pt x="222198" y="214313"/>
                  <a:pt x="228600" y="220715"/>
                  <a:pt x="228600" y="228600"/>
                </a:cubicBezTo>
                <a:cubicBezTo>
                  <a:pt x="228600" y="236485"/>
                  <a:pt x="222198" y="242888"/>
                  <a:pt x="214313" y="242888"/>
                </a:cubicBezTo>
                <a:cubicBezTo>
                  <a:pt x="206427" y="242888"/>
                  <a:pt x="200025" y="236485"/>
                  <a:pt x="200025" y="2286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6413500" y="1587500"/>
            <a:ext cx="381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07100" y="2349500"/>
            <a:ext cx="42545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Node.js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Runtime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Express.js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Web framework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Authentication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bcryptjs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Password hashing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Helmet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Security headers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CORS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Cross-origin requests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795000" y="15875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10795000" y="1587500"/>
            <a:ext cx="4699000" cy="5715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11042650" y="1714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11430000" y="1587500"/>
            <a:ext cx="381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&amp; Tools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023600" y="2349500"/>
            <a:ext cx="42545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MongoDB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NoSQL database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Mongoose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ODM library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MongoDB Atlas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Cloud hosting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Render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Deployment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Version control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npm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Package manager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520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Libraries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5715000"/>
            <a:ext cx="2349500" cy="5715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762000" y="5715000"/>
            <a:ext cx="2349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Router DOM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02000" y="5715000"/>
            <a:ext cx="2349500" cy="5715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3302000" y="5715000"/>
            <a:ext cx="2349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Hot Toast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42000" y="5715000"/>
            <a:ext cx="2349500" cy="5715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5842000" y="5715000"/>
            <a:ext cx="2349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date-fns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82000" y="5715000"/>
            <a:ext cx="2349500" cy="5715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8382000" y="5715000"/>
            <a:ext cx="2349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canvas-confetti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922000" y="5715000"/>
            <a:ext cx="2349500" cy="5715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10922000" y="5715000"/>
            <a:ext cx="2349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express-validator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3462000" y="5715000"/>
            <a:ext cx="2032000" cy="5715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13462000" y="57150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dotenv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1200" y="469900"/>
            <a:ext cx="32512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&amp;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95400"/>
            <a:ext cx="7620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762000" y="1905000"/>
            <a:ext cx="3810000" cy="12700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1016000" y="215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1498600" y="2095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Client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254000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FDBF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 with React Router, Axios requests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67000" y="3175000"/>
            <a:ext cx="0" cy="635000"/>
          </a:xfrm>
          <a:prstGeom prst="straightConnector1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762000" y="3810000"/>
            <a:ext cx="3810000" cy="12700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1038225" y="4064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19933" y="155575"/>
                  <a:pt x="44450" y="155575"/>
                </a:cubicBezTo>
                <a:lnTo>
                  <a:pt x="266700" y="155575"/>
                </a:lnTo>
                <a:cubicBezTo>
                  <a:pt x="291217" y="155575"/>
                  <a:pt x="311150" y="135642"/>
                  <a:pt x="311150" y="1111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194469" y="72231"/>
                </a:moveTo>
                <a:cubicBezTo>
                  <a:pt x="203668" y="72231"/>
                  <a:pt x="211138" y="79700"/>
                  <a:pt x="211138" y="88900"/>
                </a:cubicBezTo>
                <a:cubicBezTo>
                  <a:pt x="211138" y="98100"/>
                  <a:pt x="203668" y="105569"/>
                  <a:pt x="194469" y="105569"/>
                </a:cubicBezTo>
                <a:cubicBezTo>
                  <a:pt x="185269" y="105569"/>
                  <a:pt x="177800" y="98100"/>
                  <a:pt x="177800" y="88900"/>
                </a:cubicBezTo>
                <a:cubicBezTo>
                  <a:pt x="177800" y="79700"/>
                  <a:pt x="185269" y="72231"/>
                  <a:pt x="194469" y="72231"/>
                </a:cubicBezTo>
                <a:close/>
                <a:moveTo>
                  <a:pt x="233363" y="88900"/>
                </a:moveTo>
                <a:cubicBezTo>
                  <a:pt x="233363" y="79700"/>
                  <a:pt x="240832" y="72231"/>
                  <a:pt x="250031" y="72231"/>
                </a:cubicBezTo>
                <a:cubicBezTo>
                  <a:pt x="259231" y="72231"/>
                  <a:pt x="266700" y="79700"/>
                  <a:pt x="266700" y="88900"/>
                </a:cubicBezTo>
                <a:cubicBezTo>
                  <a:pt x="266700" y="98100"/>
                  <a:pt x="259231" y="105569"/>
                  <a:pt x="250031" y="105569"/>
                </a:cubicBezTo>
                <a:cubicBezTo>
                  <a:pt x="240832" y="105569"/>
                  <a:pt x="233363" y="98100"/>
                  <a:pt x="233363" y="88900"/>
                </a:cubicBezTo>
                <a:close/>
                <a:moveTo>
                  <a:pt x="44450" y="200025"/>
                </a:moveTo>
                <a:cubicBezTo>
                  <a:pt x="19933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44475"/>
                </a:lnTo>
                <a:cubicBezTo>
                  <a:pt x="311150" y="219958"/>
                  <a:pt x="291217" y="200025"/>
                  <a:pt x="266700" y="200025"/>
                </a:cubicBezTo>
                <a:lnTo>
                  <a:pt x="44450" y="200025"/>
                </a:lnTo>
                <a:close/>
                <a:moveTo>
                  <a:pt x="194469" y="250031"/>
                </a:moveTo>
                <a:cubicBezTo>
                  <a:pt x="203668" y="250031"/>
                  <a:pt x="211138" y="257500"/>
                  <a:pt x="211138" y="266700"/>
                </a:cubicBezTo>
                <a:cubicBezTo>
                  <a:pt x="211138" y="275900"/>
                  <a:pt x="203668" y="283369"/>
                  <a:pt x="194469" y="283369"/>
                </a:cubicBezTo>
                <a:cubicBezTo>
                  <a:pt x="185269" y="283369"/>
                  <a:pt x="177800" y="275900"/>
                  <a:pt x="177800" y="266700"/>
                </a:cubicBezTo>
                <a:cubicBezTo>
                  <a:pt x="177800" y="257500"/>
                  <a:pt x="185269" y="250031"/>
                  <a:pt x="194469" y="250031"/>
                </a:cubicBezTo>
                <a:close/>
                <a:moveTo>
                  <a:pt x="233363" y="266700"/>
                </a:moveTo>
                <a:cubicBezTo>
                  <a:pt x="233363" y="257500"/>
                  <a:pt x="240832" y="250031"/>
                  <a:pt x="250031" y="250031"/>
                </a:cubicBezTo>
                <a:cubicBezTo>
                  <a:pt x="259231" y="250031"/>
                  <a:pt x="266700" y="257500"/>
                  <a:pt x="266700" y="266700"/>
                </a:cubicBezTo>
                <a:cubicBezTo>
                  <a:pt x="266700" y="275900"/>
                  <a:pt x="259231" y="283369"/>
                  <a:pt x="250031" y="283369"/>
                </a:cubicBezTo>
                <a:cubicBezTo>
                  <a:pt x="240832" y="283369"/>
                  <a:pt x="233363" y="275900"/>
                  <a:pt x="233363" y="2667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1498600" y="4000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Express API Server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445000"/>
            <a:ext cx="330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A7F3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routes, JWT middleware, controllers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67000" y="5080000"/>
            <a:ext cx="0" cy="635000"/>
          </a:xfrm>
          <a:prstGeom prst="straightConnector1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762000" y="5715000"/>
            <a:ext cx="3810000" cy="12700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1038225" y="5969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1498600" y="5905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MongoDB Atlas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6350000"/>
            <a:ext cx="330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DE6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Cloud-hosted NoSQL database via Mongoose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34000" y="1905000"/>
            <a:ext cx="10160000" cy="508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5715000" y="2095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Flow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15000" y="2540000"/>
            <a:ext cx="9398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5715000" y="2794000"/>
            <a:ext cx="406400" cy="4064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5715000" y="2794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86500" y="2768600"/>
            <a:ext cx="850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Action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User interacts with the React frontend (clicks, form submits, timer start/stop)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15000" y="3619500"/>
            <a:ext cx="406400" cy="4064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5715000" y="3619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86500" y="3594100"/>
            <a:ext cx="850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Request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Axios sends HTTP request with JWT Bearer token to Express server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15000" y="4445000"/>
            <a:ext cx="406400" cy="4064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5715000" y="4445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86500" y="4419600"/>
            <a:ext cx="850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JWT middleware validates token, extracts userId from payload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715000" y="5270500"/>
            <a:ext cx="406400" cy="4064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5715000" y="5270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86500" y="5245100"/>
            <a:ext cx="850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Logic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Controller processes request, interacts with Mongoose models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715000" y="6096000"/>
            <a:ext cx="406400" cy="4064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5715000" y="6096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86500" y="6070600"/>
            <a:ext cx="850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 Response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Server returns structured JSON data, React updates UI state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flip="none" rotWithShape="1">
          <a:gsLst>
            <a:gs pos="0">
              <a:srgbClr val="0F172A"/>
            </a:gs>
            <a:gs pos="100000">
              <a:srgbClr val="1E293B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5080000" cy="215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0" b="1" dirty="0">
                <a:solidFill>
                  <a:srgbClr val="FFFFFF">
                    <a:alpha val="313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6000" y="330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kern="0" spc="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THREE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3746500"/>
            <a:ext cx="762000" cy="50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1016000" y="40005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16000" y="4889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showcase with implementation details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02400" y="469900"/>
            <a:ext cx="32512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&amp;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&amp; Namaz Tracker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95400"/>
            <a:ext cx="7620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762000" y="1587500"/>
            <a:ext cx="7239000" cy="368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1079500" y="1778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kern="0" spc="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2133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Overview Hub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2603500"/>
            <a:ext cx="660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dashboard provides an at-a-glance view of all tracked habits: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streak counters per habit category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XP level and progress bar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stats cards with key metrics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Recent activity feed with timestamps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navigation to all modules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55000" y="1587500"/>
            <a:ext cx="7239000" cy="368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8572500" y="1778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kern="0" spc="2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NAMAZ TRACKER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72500" y="2133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Prayer Tracking System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72500" y="2603500"/>
            <a:ext cx="660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all five daily prayers with visual streak representation: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Fajr, Zuhr, Asr, Maghrib, Isha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individual toggle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streak calendar with heatmap coloring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prayer completion statistics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Consecutive day streak tracking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XP awarded per prayer logged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5334000"/>
            <a:ext cx="2921000" cy="101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1038225" y="5588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11472" y="-18336"/>
                </a:moveTo>
                <a:cubicBezTo>
                  <a:pt x="117931" y="-23753"/>
                  <a:pt x="127446" y="-23545"/>
                  <a:pt x="133628" y="-17711"/>
                </a:cubicBezTo>
                <a:cubicBezTo>
                  <a:pt x="142171" y="-9654"/>
                  <a:pt x="149810" y="-764"/>
                  <a:pt x="157172" y="8265"/>
                </a:cubicBezTo>
                <a:cubicBezTo>
                  <a:pt x="166549" y="19725"/>
                  <a:pt x="177800" y="34865"/>
                  <a:pt x="188635" y="52854"/>
                </a:cubicBezTo>
                <a:cubicBezTo>
                  <a:pt x="192246" y="48131"/>
                  <a:pt x="195580" y="43964"/>
                  <a:pt x="198497" y="40422"/>
                </a:cubicBezTo>
                <a:cubicBezTo>
                  <a:pt x="199261" y="39519"/>
                  <a:pt x="200025" y="38546"/>
                  <a:pt x="200789" y="37574"/>
                </a:cubicBezTo>
                <a:cubicBezTo>
                  <a:pt x="206276" y="30768"/>
                  <a:pt x="213082" y="22225"/>
                  <a:pt x="222181" y="22225"/>
                </a:cubicBezTo>
                <a:cubicBezTo>
                  <a:pt x="231487" y="22225"/>
                  <a:pt x="238016" y="30490"/>
                  <a:pt x="243572" y="37574"/>
                </a:cubicBezTo>
                <a:cubicBezTo>
                  <a:pt x="244475" y="38755"/>
                  <a:pt x="245378" y="39866"/>
                  <a:pt x="246281" y="40908"/>
                </a:cubicBezTo>
                <a:cubicBezTo>
                  <a:pt x="253434" y="49520"/>
                  <a:pt x="262950" y="61952"/>
                  <a:pt x="272465" y="77301"/>
                </a:cubicBezTo>
                <a:cubicBezTo>
                  <a:pt x="291356" y="107791"/>
                  <a:pt x="311081" y="151199"/>
                  <a:pt x="311081" y="199956"/>
                </a:cubicBezTo>
                <a:cubicBezTo>
                  <a:pt x="311081" y="285869"/>
                  <a:pt x="241419" y="355531"/>
                  <a:pt x="155506" y="355531"/>
                </a:cubicBezTo>
                <a:cubicBezTo>
                  <a:pt x="69592" y="355531"/>
                  <a:pt x="0" y="285939"/>
                  <a:pt x="0" y="200025"/>
                </a:cubicBezTo>
                <a:cubicBezTo>
                  <a:pt x="0" y="136753"/>
                  <a:pt x="28545" y="81955"/>
                  <a:pt x="55910" y="43755"/>
                </a:cubicBezTo>
                <a:cubicBezTo>
                  <a:pt x="69731" y="24517"/>
                  <a:pt x="83483" y="9098"/>
                  <a:pt x="93831" y="-1459"/>
                </a:cubicBezTo>
                <a:cubicBezTo>
                  <a:pt x="99526" y="-7293"/>
                  <a:pt x="105291" y="-13057"/>
                  <a:pt x="111542" y="-18266"/>
                </a:cubicBezTo>
                <a:close/>
                <a:moveTo>
                  <a:pt x="156756" y="288925"/>
                </a:moveTo>
                <a:cubicBezTo>
                  <a:pt x="174327" y="288925"/>
                  <a:pt x="189885" y="284063"/>
                  <a:pt x="204539" y="274340"/>
                </a:cubicBezTo>
                <a:cubicBezTo>
                  <a:pt x="233779" y="253921"/>
                  <a:pt x="241627" y="213082"/>
                  <a:pt x="224056" y="180995"/>
                </a:cubicBezTo>
                <a:cubicBezTo>
                  <a:pt x="220930" y="174744"/>
                  <a:pt x="212943" y="174327"/>
                  <a:pt x="208429" y="179606"/>
                </a:cubicBezTo>
                <a:lnTo>
                  <a:pt x="190927" y="199956"/>
                </a:lnTo>
                <a:cubicBezTo>
                  <a:pt x="186343" y="205234"/>
                  <a:pt x="178078" y="205095"/>
                  <a:pt x="173772" y="199608"/>
                </a:cubicBezTo>
                <a:cubicBezTo>
                  <a:pt x="161756" y="184259"/>
                  <a:pt x="139670" y="156270"/>
                  <a:pt x="128419" y="141962"/>
                </a:cubicBezTo>
                <a:cubicBezTo>
                  <a:pt x="124668" y="137170"/>
                  <a:pt x="117862" y="136406"/>
                  <a:pt x="113486" y="140643"/>
                </a:cubicBezTo>
                <a:cubicBezTo>
                  <a:pt x="100776" y="153005"/>
                  <a:pt x="77718" y="180092"/>
                  <a:pt x="77718" y="213082"/>
                </a:cubicBezTo>
                <a:cubicBezTo>
                  <a:pt x="77718" y="260727"/>
                  <a:pt x="112861" y="288925"/>
                  <a:pt x="156686" y="288925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1498600" y="5524500"/>
            <a:ext cx="196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Streak Tracking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" y="5842000"/>
            <a:ext cx="1968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Algorithm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937000" y="5334000"/>
            <a:ext cx="2921000" cy="101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4213225" y="5588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0"/>
                </a:moveTo>
                <a:cubicBezTo>
                  <a:pt x="101193" y="0"/>
                  <a:pt x="111125" y="9932"/>
                  <a:pt x="111125" y="22225"/>
                </a:cubicBezTo>
                <a:lnTo>
                  <a:pt x="111125" y="44450"/>
                </a:lnTo>
                <a:lnTo>
                  <a:pt x="200025" y="44450"/>
                </a:lnTo>
                <a:lnTo>
                  <a:pt x="200025" y="22225"/>
                </a:lnTo>
                <a:cubicBezTo>
                  <a:pt x="200025" y="9932"/>
                  <a:pt x="209957" y="0"/>
                  <a:pt x="222250" y="0"/>
                </a:cubicBezTo>
                <a:cubicBezTo>
                  <a:pt x="234543" y="0"/>
                  <a:pt x="244475" y="9932"/>
                  <a:pt x="244475" y="22225"/>
                </a:cubicBezTo>
                <a:lnTo>
                  <a:pt x="244475" y="44450"/>
                </a:lnTo>
                <a:lnTo>
                  <a:pt x="266700" y="44450"/>
                </a:lnTo>
                <a:cubicBezTo>
                  <a:pt x="291217" y="44450"/>
                  <a:pt x="311150" y="64383"/>
                  <a:pt x="311150" y="88900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88900"/>
                </a:lnTo>
                <a:cubicBezTo>
                  <a:pt x="0" y="64383"/>
                  <a:pt x="19933" y="44450"/>
                  <a:pt x="44450" y="44450"/>
                </a:cubicBezTo>
                <a:lnTo>
                  <a:pt x="66675" y="44450"/>
                </a:lnTo>
                <a:lnTo>
                  <a:pt x="66675" y="22225"/>
                </a:lnTo>
                <a:cubicBezTo>
                  <a:pt x="66675" y="9932"/>
                  <a:pt x="76607" y="0"/>
                  <a:pt x="88900" y="0"/>
                </a:cubicBezTo>
                <a:close/>
                <a:moveTo>
                  <a:pt x="44450" y="166688"/>
                </a:moveTo>
                <a:lnTo>
                  <a:pt x="44450" y="188913"/>
                </a:lnTo>
                <a:cubicBezTo>
                  <a:pt x="44450" y="195024"/>
                  <a:pt x="49451" y="200025"/>
                  <a:pt x="55563" y="200025"/>
                </a:cubicBezTo>
                <a:lnTo>
                  <a:pt x="77788" y="200025"/>
                </a:lnTo>
                <a:cubicBezTo>
                  <a:pt x="83899" y="200025"/>
                  <a:pt x="88900" y="195024"/>
                  <a:pt x="88900" y="188913"/>
                </a:cubicBezTo>
                <a:lnTo>
                  <a:pt x="88900" y="166688"/>
                </a:lnTo>
                <a:cubicBezTo>
                  <a:pt x="88900" y="160576"/>
                  <a:pt x="83899" y="155575"/>
                  <a:pt x="77788" y="155575"/>
                </a:cubicBezTo>
                <a:lnTo>
                  <a:pt x="55563" y="155575"/>
                </a:lnTo>
                <a:cubicBezTo>
                  <a:pt x="49451" y="155575"/>
                  <a:pt x="44450" y="160576"/>
                  <a:pt x="44450" y="166688"/>
                </a:cubicBezTo>
                <a:close/>
                <a:moveTo>
                  <a:pt x="133350" y="166688"/>
                </a:moveTo>
                <a:lnTo>
                  <a:pt x="133350" y="188913"/>
                </a:lnTo>
                <a:cubicBezTo>
                  <a:pt x="133350" y="195024"/>
                  <a:pt x="138351" y="200025"/>
                  <a:pt x="144463" y="200025"/>
                </a:cubicBezTo>
                <a:lnTo>
                  <a:pt x="166688" y="200025"/>
                </a:lnTo>
                <a:cubicBezTo>
                  <a:pt x="172799" y="200025"/>
                  <a:pt x="177800" y="195024"/>
                  <a:pt x="177800" y="188913"/>
                </a:cubicBezTo>
                <a:lnTo>
                  <a:pt x="177800" y="166688"/>
                </a:lnTo>
                <a:cubicBezTo>
                  <a:pt x="177800" y="160576"/>
                  <a:pt x="172799" y="155575"/>
                  <a:pt x="166688" y="155575"/>
                </a:cubicBezTo>
                <a:lnTo>
                  <a:pt x="144463" y="155575"/>
                </a:lnTo>
                <a:cubicBezTo>
                  <a:pt x="138351" y="155575"/>
                  <a:pt x="133350" y="160576"/>
                  <a:pt x="133350" y="166688"/>
                </a:cubicBezTo>
                <a:close/>
                <a:moveTo>
                  <a:pt x="233363" y="155575"/>
                </a:moveTo>
                <a:cubicBezTo>
                  <a:pt x="227251" y="155575"/>
                  <a:pt x="222250" y="160576"/>
                  <a:pt x="222250" y="166688"/>
                </a:cubicBezTo>
                <a:lnTo>
                  <a:pt x="222250" y="188913"/>
                </a:lnTo>
                <a:cubicBezTo>
                  <a:pt x="222250" y="195024"/>
                  <a:pt x="227251" y="200025"/>
                  <a:pt x="233363" y="200025"/>
                </a:cubicBezTo>
                <a:lnTo>
                  <a:pt x="255587" y="200025"/>
                </a:lnTo>
                <a:cubicBezTo>
                  <a:pt x="261699" y="200025"/>
                  <a:pt x="266700" y="195024"/>
                  <a:pt x="266700" y="188913"/>
                </a:cubicBezTo>
                <a:lnTo>
                  <a:pt x="266700" y="166688"/>
                </a:lnTo>
                <a:cubicBezTo>
                  <a:pt x="266700" y="160576"/>
                  <a:pt x="261699" y="155575"/>
                  <a:pt x="255587" y="155575"/>
                </a:cubicBezTo>
                <a:lnTo>
                  <a:pt x="233363" y="155575"/>
                </a:lnTo>
                <a:close/>
                <a:moveTo>
                  <a:pt x="44450" y="255587"/>
                </a:moveTo>
                <a:lnTo>
                  <a:pt x="44450" y="277813"/>
                </a:lnTo>
                <a:cubicBezTo>
                  <a:pt x="44450" y="283924"/>
                  <a:pt x="49451" y="288925"/>
                  <a:pt x="55563" y="288925"/>
                </a:cubicBezTo>
                <a:lnTo>
                  <a:pt x="77788" y="288925"/>
                </a:lnTo>
                <a:cubicBezTo>
                  <a:pt x="83899" y="288925"/>
                  <a:pt x="88900" y="283924"/>
                  <a:pt x="88900" y="277813"/>
                </a:cubicBezTo>
                <a:lnTo>
                  <a:pt x="88900" y="255587"/>
                </a:lnTo>
                <a:cubicBezTo>
                  <a:pt x="88900" y="249476"/>
                  <a:pt x="83899" y="244475"/>
                  <a:pt x="77788" y="244475"/>
                </a:cubicBezTo>
                <a:lnTo>
                  <a:pt x="55563" y="244475"/>
                </a:lnTo>
                <a:cubicBezTo>
                  <a:pt x="49451" y="244475"/>
                  <a:pt x="44450" y="249476"/>
                  <a:pt x="44450" y="255587"/>
                </a:cubicBezTo>
                <a:close/>
                <a:moveTo>
                  <a:pt x="144463" y="244475"/>
                </a:moveTo>
                <a:cubicBezTo>
                  <a:pt x="138351" y="244475"/>
                  <a:pt x="133350" y="249476"/>
                  <a:pt x="133350" y="255587"/>
                </a:cubicBezTo>
                <a:lnTo>
                  <a:pt x="133350" y="277813"/>
                </a:lnTo>
                <a:cubicBezTo>
                  <a:pt x="133350" y="283924"/>
                  <a:pt x="138351" y="288925"/>
                  <a:pt x="144463" y="288925"/>
                </a:cubicBezTo>
                <a:lnTo>
                  <a:pt x="166688" y="288925"/>
                </a:lnTo>
                <a:cubicBezTo>
                  <a:pt x="172799" y="288925"/>
                  <a:pt x="177800" y="283924"/>
                  <a:pt x="177800" y="277813"/>
                </a:cubicBezTo>
                <a:lnTo>
                  <a:pt x="177800" y="255587"/>
                </a:lnTo>
                <a:cubicBezTo>
                  <a:pt x="177800" y="249476"/>
                  <a:pt x="172799" y="244475"/>
                  <a:pt x="166688" y="244475"/>
                </a:cubicBezTo>
                <a:lnTo>
                  <a:pt x="144463" y="244475"/>
                </a:lnTo>
                <a:close/>
                <a:moveTo>
                  <a:pt x="222250" y="255587"/>
                </a:moveTo>
                <a:lnTo>
                  <a:pt x="222250" y="277813"/>
                </a:lnTo>
                <a:cubicBezTo>
                  <a:pt x="222250" y="283924"/>
                  <a:pt x="227251" y="288925"/>
                  <a:pt x="233363" y="288925"/>
                </a:cubicBezTo>
                <a:lnTo>
                  <a:pt x="255587" y="288925"/>
                </a:lnTo>
                <a:cubicBezTo>
                  <a:pt x="261699" y="288925"/>
                  <a:pt x="266700" y="283924"/>
                  <a:pt x="266700" y="277813"/>
                </a:cubicBezTo>
                <a:lnTo>
                  <a:pt x="266700" y="255587"/>
                </a:lnTo>
                <a:cubicBezTo>
                  <a:pt x="266700" y="249476"/>
                  <a:pt x="261699" y="244475"/>
                  <a:pt x="255587" y="244475"/>
                </a:cubicBezTo>
                <a:lnTo>
                  <a:pt x="233363" y="244475"/>
                </a:lnTo>
                <a:cubicBezTo>
                  <a:pt x="227251" y="244475"/>
                  <a:pt x="222250" y="249476"/>
                  <a:pt x="222250" y="25558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4673600" y="5524500"/>
            <a:ext cx="196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Heatmap Calendar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73600" y="5842000"/>
            <a:ext cx="215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Color-Coded Days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112000" y="5334000"/>
            <a:ext cx="2921000" cy="101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7343775" y="5588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14957" y="-13127"/>
                </a:moveTo>
                <a:cubicBezTo>
                  <a:pt x="212110" y="-18683"/>
                  <a:pt x="206345" y="-22225"/>
                  <a:pt x="200094" y="-22225"/>
                </a:cubicBezTo>
                <a:cubicBezTo>
                  <a:pt x="193844" y="-22225"/>
                  <a:pt x="188079" y="-18683"/>
                  <a:pt x="185231" y="-13127"/>
                </a:cubicBezTo>
                <a:lnTo>
                  <a:pt x="134114" y="87025"/>
                </a:lnTo>
                <a:lnTo>
                  <a:pt x="23058" y="104666"/>
                </a:lnTo>
                <a:cubicBezTo>
                  <a:pt x="16877" y="105638"/>
                  <a:pt x="11738" y="110014"/>
                  <a:pt x="9793" y="115987"/>
                </a:cubicBezTo>
                <a:cubicBezTo>
                  <a:pt x="7848" y="121960"/>
                  <a:pt x="9446" y="128488"/>
                  <a:pt x="13821" y="132933"/>
                </a:cubicBezTo>
                <a:lnTo>
                  <a:pt x="93276" y="212457"/>
                </a:lnTo>
                <a:lnTo>
                  <a:pt x="75773" y="323513"/>
                </a:lnTo>
                <a:cubicBezTo>
                  <a:pt x="74801" y="329694"/>
                  <a:pt x="77371" y="335945"/>
                  <a:pt x="82441" y="339626"/>
                </a:cubicBezTo>
                <a:cubicBezTo>
                  <a:pt x="87511" y="343307"/>
                  <a:pt x="94178" y="343862"/>
                  <a:pt x="99804" y="341015"/>
                </a:cubicBezTo>
                <a:lnTo>
                  <a:pt x="200094" y="290036"/>
                </a:lnTo>
                <a:lnTo>
                  <a:pt x="300315" y="341015"/>
                </a:lnTo>
                <a:cubicBezTo>
                  <a:pt x="305872" y="343862"/>
                  <a:pt x="312609" y="343307"/>
                  <a:pt x="317679" y="339626"/>
                </a:cubicBezTo>
                <a:cubicBezTo>
                  <a:pt x="322749" y="335945"/>
                  <a:pt x="325318" y="329763"/>
                  <a:pt x="324346" y="323513"/>
                </a:cubicBezTo>
                <a:lnTo>
                  <a:pt x="306774" y="212457"/>
                </a:lnTo>
                <a:lnTo>
                  <a:pt x="386229" y="132933"/>
                </a:lnTo>
                <a:cubicBezTo>
                  <a:pt x="390674" y="128488"/>
                  <a:pt x="392202" y="121960"/>
                  <a:pt x="390257" y="115987"/>
                </a:cubicBezTo>
                <a:cubicBezTo>
                  <a:pt x="388312" y="110014"/>
                  <a:pt x="383242" y="105638"/>
                  <a:pt x="376992" y="104666"/>
                </a:cubicBezTo>
                <a:lnTo>
                  <a:pt x="266005" y="87025"/>
                </a:lnTo>
                <a:lnTo>
                  <a:pt x="214957" y="-13127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7848600" y="5524500"/>
            <a:ext cx="196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XP Rewards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48600" y="5842000"/>
            <a:ext cx="1968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XP / Prayer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287000" y="5334000"/>
            <a:ext cx="2921000" cy="101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10518775" y="5588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55878" y="166688"/>
                </a:moveTo>
                <a:lnTo>
                  <a:pt x="233640" y="166688"/>
                </a:lnTo>
                <a:cubicBezTo>
                  <a:pt x="221347" y="166688"/>
                  <a:pt x="211415" y="156756"/>
                  <a:pt x="211415" y="144463"/>
                </a:cubicBezTo>
                <a:lnTo>
                  <a:pt x="211415" y="22225"/>
                </a:lnTo>
                <a:cubicBezTo>
                  <a:pt x="211415" y="9932"/>
                  <a:pt x="221417" y="-139"/>
                  <a:pt x="233571" y="1459"/>
                </a:cubicBezTo>
                <a:cubicBezTo>
                  <a:pt x="307886" y="11321"/>
                  <a:pt x="366782" y="70217"/>
                  <a:pt x="376644" y="144532"/>
                </a:cubicBezTo>
                <a:cubicBezTo>
                  <a:pt x="378242" y="156686"/>
                  <a:pt x="368171" y="166688"/>
                  <a:pt x="355878" y="166688"/>
                </a:cubicBezTo>
                <a:close/>
                <a:moveTo>
                  <a:pt x="154603" y="25837"/>
                </a:moveTo>
                <a:cubicBezTo>
                  <a:pt x="167174" y="23197"/>
                  <a:pt x="178078" y="33476"/>
                  <a:pt x="178078" y="46325"/>
                </a:cubicBezTo>
                <a:lnTo>
                  <a:pt x="178078" y="183356"/>
                </a:lnTo>
                <a:cubicBezTo>
                  <a:pt x="178078" y="187246"/>
                  <a:pt x="179467" y="190996"/>
                  <a:pt x="181898" y="193983"/>
                </a:cubicBezTo>
                <a:lnTo>
                  <a:pt x="273645" y="304691"/>
                </a:lnTo>
                <a:cubicBezTo>
                  <a:pt x="281771" y="314484"/>
                  <a:pt x="280035" y="329277"/>
                  <a:pt x="268853" y="335320"/>
                </a:cubicBezTo>
                <a:cubicBezTo>
                  <a:pt x="245170" y="348238"/>
                  <a:pt x="218013" y="355600"/>
                  <a:pt x="189190" y="355600"/>
                </a:cubicBezTo>
                <a:cubicBezTo>
                  <a:pt x="97165" y="355600"/>
                  <a:pt x="22503" y="280938"/>
                  <a:pt x="22503" y="188913"/>
                </a:cubicBezTo>
                <a:cubicBezTo>
                  <a:pt x="22503" y="108694"/>
                  <a:pt x="79107" y="41741"/>
                  <a:pt x="154603" y="25837"/>
                </a:cubicBezTo>
                <a:close/>
                <a:moveTo>
                  <a:pt x="331847" y="200025"/>
                </a:moveTo>
                <a:lnTo>
                  <a:pt x="376297" y="200025"/>
                </a:lnTo>
                <a:cubicBezTo>
                  <a:pt x="389146" y="200025"/>
                  <a:pt x="399425" y="210929"/>
                  <a:pt x="396786" y="223500"/>
                </a:cubicBezTo>
                <a:cubicBezTo>
                  <a:pt x="389701" y="257115"/>
                  <a:pt x="372477" y="286980"/>
                  <a:pt x="348446" y="309761"/>
                </a:cubicBezTo>
                <a:cubicBezTo>
                  <a:pt x="339904" y="317887"/>
                  <a:pt x="326499" y="316151"/>
                  <a:pt x="318998" y="307052"/>
                </a:cubicBezTo>
                <a:lnTo>
                  <a:pt x="260380" y="236418"/>
                </a:lnTo>
                <a:cubicBezTo>
                  <a:pt x="248364" y="221903"/>
                  <a:pt x="258713" y="200025"/>
                  <a:pt x="277465" y="200025"/>
                </a:cubicBezTo>
                <a:lnTo>
                  <a:pt x="331778" y="200025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11023600" y="5524500"/>
            <a:ext cx="196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Stats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023600" y="5842000"/>
            <a:ext cx="215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Recharts Analytics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02400" y="469900"/>
            <a:ext cx="32512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&amp;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 Timer &amp; Exercise Logger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95400"/>
            <a:ext cx="7620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762000" y="1587500"/>
            <a:ext cx="7239000" cy="355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1079500" y="1778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kern="0" spc="2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 TIMER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2133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Session Timer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2603500"/>
            <a:ext cx="66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Pomodoro-style timer for deep work sessions: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Start/stop timer with single click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duration calculation in seconds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 sessions to specific todo tasks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XP rewards: 5 XP per minute of focus time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work stats with streak tracking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 best session duration recorded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55000" y="1587500"/>
            <a:ext cx="7239000" cy="355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8572500" y="1778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kern="0" spc="200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EXERCISE LOGGER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72500" y="2133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Activity Tracking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72500" y="2603500"/>
            <a:ext cx="66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 and track physical activities with smart features: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for running, walking, cycling, gym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Auto-calculated calories based on activity type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Distance and duration tracking per session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streak with smart gap detection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stats: total duration, calories, best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Activity type breakdown and filtering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461000"/>
          <a:ext cx="14732000" cy="1524000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Activity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Calorie Rate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XP Reward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Tracked Metrics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 cal/min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Duration x 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Distance, Duration, Calories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Walking / Cycling / Gym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5-8 cal/min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Duration x 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Distance, Duration, Calories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02400" y="469900"/>
            <a:ext cx="32512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&amp;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Todo Manager &amp; Custom Habits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95400"/>
            <a:ext cx="7620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762000" y="1587500"/>
            <a:ext cx="7239000" cy="355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1079500" y="1778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kern="0" spc="2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TODO MANAGER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2133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Management System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2603500"/>
            <a:ext cx="66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Full-featured todo system for productivity: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custom lists with color coding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tasks with priority and due dates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estimated vs actual time spent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 tasks to work timer sessions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Status: pending, in-progress, completed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XP reward for each completed task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55000" y="1587500"/>
            <a:ext cx="7239000" cy="355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8572500" y="1778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kern="0" spc="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HABITS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72500" y="2133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 Habit Builder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72500" y="2603500"/>
            <a:ext cx="66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and track any personal habit: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habit name, description, category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completion toggle with one click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streak and personal best tracking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streak calculation with gap handling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Color-coded habit cards on dashboard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XP reward for each habit completion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546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Lifecycle Flow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032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762000" y="6032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Task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65500" y="6324600"/>
            <a:ext cx="508000" cy="0"/>
          </a:xfrm>
          <a:prstGeom prst="straightConnector1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3937000" y="6032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3937000" y="6032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40500" y="6324600"/>
            <a:ext cx="508000" cy="0"/>
          </a:xfrm>
          <a:prstGeom prst="straightConnector1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7112000" y="6032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7112000" y="6032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715500" y="6324600"/>
            <a:ext cx="508000" cy="0"/>
          </a:xfrm>
          <a:prstGeom prst="straightConnector1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10287000" y="6032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10287000" y="6032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Earn XP +15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02400" y="469900"/>
            <a:ext cx="32512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&amp;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&amp; Gamification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95400"/>
            <a:ext cx="7620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762000" y="1587500"/>
            <a:ext cx="7239000" cy="355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1079500" y="1778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kern="0" spc="2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ENGINE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2133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Data Insights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2603500"/>
            <a:ext cx="66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analytics powered by Recharts: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Prayer Trends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Daily prayer count bar charts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 Hours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Weekly focus time line graphs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Exercise Stats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Activity duration comparisons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 Heatmap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Calendar view of completions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Averages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Aggregated performance metrics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 Filtering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View any month or year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55000" y="1587500"/>
            <a:ext cx="7239000" cy="355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8572500" y="1778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kern="0" spc="2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GAMIFICATION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72500" y="2133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XP, Levels &amp; Badges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72500" y="2603500"/>
            <a:ext cx="66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Motivation system to build consistency: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XP System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Earn XP for every habit action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Level Progression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100 x level^2 XP to level up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Badge Awards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Milestone achievements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Streak Tracking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Consecutive day counters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XP History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Complete audit log of earnings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 Breakdown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XP by habit type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5461000"/>
            <a:ext cx="2349500" cy="101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1009650" y="5689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529" y="76200"/>
                </a:moveTo>
                <a:lnTo>
                  <a:pt x="83165" y="-7680"/>
                </a:lnTo>
                <a:cubicBezTo>
                  <a:pt x="79296" y="-14109"/>
                  <a:pt x="71199" y="-16431"/>
                  <a:pt x="64532" y="-13097"/>
                </a:cubicBezTo>
                <a:lnTo>
                  <a:pt x="12978" y="12680"/>
                </a:lnTo>
                <a:cubicBezTo>
                  <a:pt x="5894" y="16193"/>
                  <a:pt x="3036" y="24765"/>
                  <a:pt x="6548" y="31849"/>
                </a:cubicBezTo>
                <a:lnTo>
                  <a:pt x="47982" y="114657"/>
                </a:lnTo>
                <a:cubicBezTo>
                  <a:pt x="30063" y="134838"/>
                  <a:pt x="19229" y="161389"/>
                  <a:pt x="19229" y="190500"/>
                </a:cubicBezTo>
                <a:cubicBezTo>
                  <a:pt x="19229" y="253603"/>
                  <a:pt x="70425" y="304800"/>
                  <a:pt x="133529" y="304800"/>
                </a:cubicBezTo>
                <a:cubicBezTo>
                  <a:pt x="196632" y="304800"/>
                  <a:pt x="247829" y="253603"/>
                  <a:pt x="247829" y="190500"/>
                </a:cubicBezTo>
                <a:cubicBezTo>
                  <a:pt x="247829" y="161389"/>
                  <a:pt x="236934" y="134838"/>
                  <a:pt x="219075" y="114657"/>
                </a:cubicBezTo>
                <a:lnTo>
                  <a:pt x="260509" y="31849"/>
                </a:lnTo>
                <a:cubicBezTo>
                  <a:pt x="264021" y="24765"/>
                  <a:pt x="261164" y="16193"/>
                  <a:pt x="254139" y="12680"/>
                </a:cubicBezTo>
                <a:lnTo>
                  <a:pt x="202525" y="-13156"/>
                </a:lnTo>
                <a:cubicBezTo>
                  <a:pt x="195858" y="-16490"/>
                  <a:pt x="187702" y="-14109"/>
                  <a:pt x="183892" y="-7739"/>
                </a:cubicBezTo>
                <a:lnTo>
                  <a:pt x="133529" y="76200"/>
                </a:lnTo>
                <a:close/>
                <a:moveTo>
                  <a:pt x="151864" y="161032"/>
                </a:moveTo>
                <a:cubicBezTo>
                  <a:pt x="152698" y="162699"/>
                  <a:pt x="154245" y="163830"/>
                  <a:pt x="156031" y="164068"/>
                </a:cubicBezTo>
                <a:lnTo>
                  <a:pt x="185857" y="168414"/>
                </a:lnTo>
                <a:cubicBezTo>
                  <a:pt x="190440" y="169069"/>
                  <a:pt x="192226" y="174665"/>
                  <a:pt x="188952" y="177939"/>
                </a:cubicBezTo>
                <a:lnTo>
                  <a:pt x="167342" y="199013"/>
                </a:lnTo>
                <a:cubicBezTo>
                  <a:pt x="166033" y="200323"/>
                  <a:pt x="165437" y="202109"/>
                  <a:pt x="165735" y="203954"/>
                </a:cubicBezTo>
                <a:lnTo>
                  <a:pt x="170855" y="233660"/>
                </a:lnTo>
                <a:cubicBezTo>
                  <a:pt x="171629" y="238185"/>
                  <a:pt x="166866" y="241697"/>
                  <a:pt x="162758" y="239554"/>
                </a:cubicBezTo>
                <a:lnTo>
                  <a:pt x="136088" y="225504"/>
                </a:lnTo>
                <a:cubicBezTo>
                  <a:pt x="134481" y="224671"/>
                  <a:pt x="132517" y="224671"/>
                  <a:pt x="130909" y="225504"/>
                </a:cubicBezTo>
                <a:lnTo>
                  <a:pt x="104239" y="239554"/>
                </a:lnTo>
                <a:cubicBezTo>
                  <a:pt x="100132" y="241697"/>
                  <a:pt x="95369" y="238244"/>
                  <a:pt x="96143" y="233660"/>
                </a:cubicBezTo>
                <a:lnTo>
                  <a:pt x="101263" y="203954"/>
                </a:lnTo>
                <a:cubicBezTo>
                  <a:pt x="101560" y="202168"/>
                  <a:pt x="100965" y="200323"/>
                  <a:pt x="99655" y="199013"/>
                </a:cubicBezTo>
                <a:lnTo>
                  <a:pt x="78045" y="177939"/>
                </a:lnTo>
                <a:cubicBezTo>
                  <a:pt x="74712" y="174724"/>
                  <a:pt x="76557" y="169128"/>
                  <a:pt x="81141" y="168414"/>
                </a:cubicBezTo>
                <a:lnTo>
                  <a:pt x="110966" y="164068"/>
                </a:lnTo>
                <a:cubicBezTo>
                  <a:pt x="112752" y="163830"/>
                  <a:pt x="114360" y="162639"/>
                  <a:pt x="115133" y="161032"/>
                </a:cubicBezTo>
                <a:lnTo>
                  <a:pt x="128468" y="134005"/>
                </a:lnTo>
                <a:cubicBezTo>
                  <a:pt x="130493" y="129838"/>
                  <a:pt x="136386" y="129838"/>
                  <a:pt x="138470" y="134005"/>
                </a:cubicBezTo>
                <a:lnTo>
                  <a:pt x="151805" y="161032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1397000" y="5651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 5 Pioneer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0600" y="60325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Reached Level 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02000" y="5461000"/>
            <a:ext cx="2349500" cy="101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3530600" y="5689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5904" y="0"/>
                </a:moveTo>
                <a:lnTo>
                  <a:pt x="219254" y="0"/>
                </a:lnTo>
                <a:cubicBezTo>
                  <a:pt x="235029" y="0"/>
                  <a:pt x="247888" y="12978"/>
                  <a:pt x="247293" y="28694"/>
                </a:cubicBezTo>
                <a:cubicBezTo>
                  <a:pt x="247174" y="31849"/>
                  <a:pt x="247055" y="35004"/>
                  <a:pt x="246876" y="38100"/>
                </a:cubicBezTo>
                <a:lnTo>
                  <a:pt x="276404" y="38100"/>
                </a:lnTo>
                <a:cubicBezTo>
                  <a:pt x="291941" y="38100"/>
                  <a:pt x="305633" y="50959"/>
                  <a:pt x="304443" y="67747"/>
                </a:cubicBezTo>
                <a:cubicBezTo>
                  <a:pt x="299978" y="129480"/>
                  <a:pt x="268426" y="163413"/>
                  <a:pt x="234196" y="181154"/>
                </a:cubicBezTo>
                <a:cubicBezTo>
                  <a:pt x="224790" y="186035"/>
                  <a:pt x="215205" y="189667"/>
                  <a:pt x="206097" y="192345"/>
                </a:cubicBezTo>
                <a:cubicBezTo>
                  <a:pt x="194072" y="209371"/>
                  <a:pt x="181570" y="218361"/>
                  <a:pt x="171629" y="223183"/>
                </a:cubicBezTo>
                <a:lnTo>
                  <a:pt x="171629" y="266700"/>
                </a:lnTo>
                <a:lnTo>
                  <a:pt x="209729" y="266700"/>
                </a:lnTo>
                <a:cubicBezTo>
                  <a:pt x="220266" y="266700"/>
                  <a:pt x="228779" y="275213"/>
                  <a:pt x="228779" y="285750"/>
                </a:cubicBezTo>
                <a:cubicBezTo>
                  <a:pt x="228779" y="296287"/>
                  <a:pt x="220266" y="304800"/>
                  <a:pt x="209729" y="304800"/>
                </a:cubicBezTo>
                <a:lnTo>
                  <a:pt x="95429" y="304800"/>
                </a:lnTo>
                <a:cubicBezTo>
                  <a:pt x="84892" y="304800"/>
                  <a:pt x="76379" y="296287"/>
                  <a:pt x="76379" y="285750"/>
                </a:cubicBezTo>
                <a:cubicBezTo>
                  <a:pt x="76379" y="275213"/>
                  <a:pt x="84892" y="266700"/>
                  <a:pt x="95429" y="266700"/>
                </a:cubicBezTo>
                <a:lnTo>
                  <a:pt x="133529" y="266700"/>
                </a:lnTo>
                <a:lnTo>
                  <a:pt x="133529" y="223183"/>
                </a:lnTo>
                <a:cubicBezTo>
                  <a:pt x="124004" y="218599"/>
                  <a:pt x="112157" y="210086"/>
                  <a:pt x="100608" y="194429"/>
                </a:cubicBezTo>
                <a:cubicBezTo>
                  <a:pt x="89654" y="191572"/>
                  <a:pt x="77748" y="187226"/>
                  <a:pt x="66139" y="180677"/>
                </a:cubicBezTo>
                <a:cubicBezTo>
                  <a:pt x="33933" y="162639"/>
                  <a:pt x="4882" y="128647"/>
                  <a:pt x="714" y="67627"/>
                </a:cubicBezTo>
                <a:cubicBezTo>
                  <a:pt x="-417" y="50899"/>
                  <a:pt x="13216" y="38040"/>
                  <a:pt x="28754" y="38040"/>
                </a:cubicBezTo>
                <a:lnTo>
                  <a:pt x="58281" y="38040"/>
                </a:lnTo>
                <a:cubicBezTo>
                  <a:pt x="58103" y="34945"/>
                  <a:pt x="57983" y="31849"/>
                  <a:pt x="57864" y="28635"/>
                </a:cubicBezTo>
                <a:cubicBezTo>
                  <a:pt x="57269" y="12859"/>
                  <a:pt x="70128" y="-60"/>
                  <a:pt x="85904" y="-60"/>
                </a:cubicBezTo>
                <a:close/>
                <a:moveTo>
                  <a:pt x="60424" y="66675"/>
                </a:moveTo>
                <a:lnTo>
                  <a:pt x="29230" y="66675"/>
                </a:lnTo>
                <a:cubicBezTo>
                  <a:pt x="32921" y="117098"/>
                  <a:pt x="56078" y="142339"/>
                  <a:pt x="79950" y="155734"/>
                </a:cubicBezTo>
                <a:cubicBezTo>
                  <a:pt x="71378" y="133529"/>
                  <a:pt x="64294" y="104537"/>
                  <a:pt x="60424" y="66675"/>
                </a:cubicBezTo>
                <a:close/>
                <a:moveTo>
                  <a:pt x="226219" y="152876"/>
                </a:moveTo>
                <a:cubicBezTo>
                  <a:pt x="250329" y="138708"/>
                  <a:pt x="272117" y="113526"/>
                  <a:pt x="275808" y="66675"/>
                </a:cubicBezTo>
                <a:lnTo>
                  <a:pt x="244673" y="66675"/>
                </a:lnTo>
                <a:cubicBezTo>
                  <a:pt x="240983" y="102930"/>
                  <a:pt x="234315" y="131088"/>
                  <a:pt x="226219" y="152876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3937000" y="5651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Habit Master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530600" y="60325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Reached Level 10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42000" y="5461000"/>
            <a:ext cx="2349500" cy="101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6070600" y="5689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68223" y="0"/>
                  <a:pt x="0" y="68223"/>
                  <a:pt x="0" y="152400"/>
                </a:cubicBezTo>
                <a:cubicBezTo>
                  <a:pt x="0" y="236577"/>
                  <a:pt x="68223" y="304800"/>
                  <a:pt x="152400" y="304800"/>
                </a:cubicBezTo>
                <a:cubicBezTo>
                  <a:pt x="193358" y="304800"/>
                  <a:pt x="230565" y="288608"/>
                  <a:pt x="257949" y="262295"/>
                </a:cubicBezTo>
                <a:cubicBezTo>
                  <a:pt x="262295" y="258128"/>
                  <a:pt x="263545" y="251639"/>
                  <a:pt x="261104" y="246162"/>
                </a:cubicBezTo>
                <a:cubicBezTo>
                  <a:pt x="258663" y="240685"/>
                  <a:pt x="252948" y="237292"/>
                  <a:pt x="246936" y="237768"/>
                </a:cubicBezTo>
                <a:cubicBezTo>
                  <a:pt x="244019" y="238006"/>
                  <a:pt x="241102" y="238125"/>
                  <a:pt x="238125" y="238125"/>
                </a:cubicBezTo>
                <a:cubicBezTo>
                  <a:pt x="177641" y="238125"/>
                  <a:pt x="128588" y="189071"/>
                  <a:pt x="128588" y="128588"/>
                </a:cubicBezTo>
                <a:cubicBezTo>
                  <a:pt x="128588" y="85665"/>
                  <a:pt x="153293" y="48458"/>
                  <a:pt x="189369" y="30480"/>
                </a:cubicBezTo>
                <a:cubicBezTo>
                  <a:pt x="194786" y="27801"/>
                  <a:pt x="197882" y="21967"/>
                  <a:pt x="197168" y="15954"/>
                </a:cubicBezTo>
                <a:cubicBezTo>
                  <a:pt x="196453" y="9942"/>
                  <a:pt x="192048" y="5060"/>
                  <a:pt x="186154" y="3750"/>
                </a:cubicBezTo>
                <a:cubicBezTo>
                  <a:pt x="175260" y="1310"/>
                  <a:pt x="163949" y="0"/>
                  <a:pt x="15240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477000" y="5651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Faithful Week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70600" y="60325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days of prayers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82000" y="5461000"/>
            <a:ext cx="2349500" cy="101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8629650" y="5689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9017000" y="5651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Iron Focus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10600" y="60325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hours deep work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922000" y="5461000"/>
            <a:ext cx="2349500" cy="101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11188700" y="56896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48769" y="39767"/>
                </a:moveTo>
                <a:cubicBezTo>
                  <a:pt x="154960" y="31254"/>
                  <a:pt x="153055" y="19348"/>
                  <a:pt x="144542" y="13156"/>
                </a:cubicBezTo>
                <a:cubicBezTo>
                  <a:pt x="136029" y="6965"/>
                  <a:pt x="124123" y="8870"/>
                  <a:pt x="117931" y="17383"/>
                </a:cubicBezTo>
                <a:lnTo>
                  <a:pt x="54828" y="104120"/>
                </a:lnTo>
                <a:lnTo>
                  <a:pt x="32504" y="81796"/>
                </a:lnTo>
                <a:cubicBezTo>
                  <a:pt x="25063" y="74355"/>
                  <a:pt x="12978" y="74355"/>
                  <a:pt x="5536" y="81796"/>
                </a:cubicBezTo>
                <a:cubicBezTo>
                  <a:pt x="-1905" y="89237"/>
                  <a:pt x="-1905" y="101322"/>
                  <a:pt x="5536" y="108764"/>
                </a:cubicBezTo>
                <a:lnTo>
                  <a:pt x="43636" y="146864"/>
                </a:lnTo>
                <a:cubicBezTo>
                  <a:pt x="47565" y="150793"/>
                  <a:pt x="53042" y="152817"/>
                  <a:pt x="58579" y="152400"/>
                </a:cubicBezTo>
                <a:cubicBezTo>
                  <a:pt x="64115" y="151983"/>
                  <a:pt x="69235" y="149126"/>
                  <a:pt x="72509" y="144601"/>
                </a:cubicBezTo>
                <a:lnTo>
                  <a:pt x="148709" y="39826"/>
                </a:lnTo>
                <a:close/>
                <a:moveTo>
                  <a:pt x="224969" y="120729"/>
                </a:moveTo>
                <a:cubicBezTo>
                  <a:pt x="231160" y="112216"/>
                  <a:pt x="229255" y="100310"/>
                  <a:pt x="220742" y="94119"/>
                </a:cubicBezTo>
                <a:cubicBezTo>
                  <a:pt x="212229" y="87928"/>
                  <a:pt x="200323" y="89833"/>
                  <a:pt x="194131" y="98346"/>
                </a:cubicBezTo>
                <a:lnTo>
                  <a:pt x="92928" y="237470"/>
                </a:lnTo>
                <a:lnTo>
                  <a:pt x="51554" y="196096"/>
                </a:lnTo>
                <a:cubicBezTo>
                  <a:pt x="44113" y="188655"/>
                  <a:pt x="32028" y="188655"/>
                  <a:pt x="24586" y="196096"/>
                </a:cubicBezTo>
                <a:cubicBezTo>
                  <a:pt x="17145" y="203537"/>
                  <a:pt x="17145" y="215622"/>
                  <a:pt x="24586" y="223064"/>
                </a:cubicBezTo>
                <a:lnTo>
                  <a:pt x="81736" y="280214"/>
                </a:lnTo>
                <a:cubicBezTo>
                  <a:pt x="85665" y="284143"/>
                  <a:pt x="91142" y="286167"/>
                  <a:pt x="96679" y="285750"/>
                </a:cubicBezTo>
                <a:cubicBezTo>
                  <a:pt x="102215" y="285333"/>
                  <a:pt x="107335" y="282476"/>
                  <a:pt x="110609" y="277951"/>
                </a:cubicBezTo>
                <a:lnTo>
                  <a:pt x="224909" y="120789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11557000" y="5651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Smasher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150600" y="60325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tasks completed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3462000" y="5461000"/>
            <a:ext cx="2032000" cy="101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13690600" y="5689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9473" y="20122"/>
                </a:moveTo>
                <a:cubicBezTo>
                  <a:pt x="72152" y="16490"/>
                  <a:pt x="76438" y="14287"/>
                  <a:pt x="80962" y="14287"/>
                </a:cubicBezTo>
                <a:lnTo>
                  <a:pt x="223838" y="14287"/>
                </a:lnTo>
                <a:cubicBezTo>
                  <a:pt x="228362" y="14287"/>
                  <a:pt x="232648" y="16431"/>
                  <a:pt x="235327" y="20122"/>
                </a:cubicBezTo>
                <a:lnTo>
                  <a:pt x="302002" y="110609"/>
                </a:lnTo>
                <a:cubicBezTo>
                  <a:pt x="306050" y="116086"/>
                  <a:pt x="305633" y="123646"/>
                  <a:pt x="301109" y="128707"/>
                </a:cubicBezTo>
                <a:lnTo>
                  <a:pt x="162997" y="281107"/>
                </a:lnTo>
                <a:cubicBezTo>
                  <a:pt x="160318" y="284083"/>
                  <a:pt x="156448" y="285810"/>
                  <a:pt x="152400" y="285810"/>
                </a:cubicBezTo>
                <a:cubicBezTo>
                  <a:pt x="148352" y="285810"/>
                  <a:pt x="144542" y="284083"/>
                  <a:pt x="141803" y="281107"/>
                </a:cubicBezTo>
                <a:lnTo>
                  <a:pt x="3691" y="128707"/>
                </a:lnTo>
                <a:cubicBezTo>
                  <a:pt x="-893" y="123646"/>
                  <a:pt x="-1250" y="116086"/>
                  <a:pt x="2798" y="110609"/>
                </a:cubicBezTo>
                <a:lnTo>
                  <a:pt x="69473" y="20122"/>
                </a:lnTo>
                <a:close/>
                <a:moveTo>
                  <a:pt x="92393" y="43815"/>
                </a:moveTo>
                <a:cubicBezTo>
                  <a:pt x="90428" y="45303"/>
                  <a:pt x="89892" y="47982"/>
                  <a:pt x="91142" y="50066"/>
                </a:cubicBezTo>
                <a:lnTo>
                  <a:pt x="125313" y="107037"/>
                </a:lnTo>
                <a:lnTo>
                  <a:pt x="37683" y="114300"/>
                </a:lnTo>
                <a:cubicBezTo>
                  <a:pt x="35243" y="114479"/>
                  <a:pt x="33338" y="116562"/>
                  <a:pt x="33338" y="119062"/>
                </a:cubicBezTo>
                <a:cubicBezTo>
                  <a:pt x="33338" y="121563"/>
                  <a:pt x="35243" y="123587"/>
                  <a:pt x="37683" y="123825"/>
                </a:cubicBezTo>
                <a:lnTo>
                  <a:pt x="151983" y="133350"/>
                </a:lnTo>
                <a:cubicBezTo>
                  <a:pt x="152221" y="133350"/>
                  <a:pt x="152519" y="133350"/>
                  <a:pt x="152757" y="133350"/>
                </a:cubicBezTo>
                <a:lnTo>
                  <a:pt x="267057" y="123825"/>
                </a:lnTo>
                <a:cubicBezTo>
                  <a:pt x="269498" y="123646"/>
                  <a:pt x="271403" y="121563"/>
                  <a:pt x="271403" y="119062"/>
                </a:cubicBezTo>
                <a:cubicBezTo>
                  <a:pt x="271403" y="116562"/>
                  <a:pt x="269498" y="114538"/>
                  <a:pt x="267057" y="114300"/>
                </a:cubicBezTo>
                <a:lnTo>
                  <a:pt x="179427" y="106978"/>
                </a:lnTo>
                <a:lnTo>
                  <a:pt x="213598" y="50066"/>
                </a:lnTo>
                <a:cubicBezTo>
                  <a:pt x="214848" y="47982"/>
                  <a:pt x="214313" y="45244"/>
                  <a:pt x="212348" y="43815"/>
                </a:cubicBezTo>
                <a:cubicBezTo>
                  <a:pt x="210383" y="42386"/>
                  <a:pt x="207645" y="42624"/>
                  <a:pt x="205978" y="44410"/>
                </a:cubicBezTo>
                <a:lnTo>
                  <a:pt x="152400" y="102513"/>
                </a:lnTo>
                <a:lnTo>
                  <a:pt x="98762" y="44410"/>
                </a:lnTo>
                <a:cubicBezTo>
                  <a:pt x="97095" y="42624"/>
                  <a:pt x="94357" y="42386"/>
                  <a:pt x="92393" y="43815"/>
                </a:cubicBez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14071600" y="56515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Centurion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3690600" y="60325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Reached Level 25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 flip="none" rotWithShape="1">
          <a:gsLst>
            <a:gs pos="0">
              <a:srgbClr val="0F172A"/>
            </a:gs>
            <a:gs pos="100000">
              <a:srgbClr val="1E293B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5080000" cy="215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0" b="1" dirty="0">
                <a:solidFill>
                  <a:srgbClr val="FFFFFF">
                    <a:alpha val="313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6000" y="330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kern="0" spc="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FOUR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3746500"/>
            <a:ext cx="762000" cy="50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1016000" y="4000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&amp; API Design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16000" y="4889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MongoDB schema design and REST API endpoints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&amp; API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753600" y="469900"/>
            <a:ext cx="32512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Schema Design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95400"/>
            <a:ext cx="7620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50800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Fields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Relationships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Authentication &amp; Profile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name, email, password, dob, level, xp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Parent of all user data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NamazLogs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Daily prayer records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userId, date, fajr, zuhr, asr, maghrib, isha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Belongs to User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WorkSessions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Focus timer sessions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userId, startTime, endTime, duration, taskId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Belongs to User, links to Task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ExerciseLogs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Activity tracking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userId, activityType, distance, duration, calories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Belongs to User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TodoLists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Task list groups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userId, name, color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Parent of TodoTasks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TodoTasks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Individual tasks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listId, title, priority, status, dueDate, actualTime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Belongs to TodoList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CustomHabits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User-defined habits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userId, name, description, category, color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Parent of HabitLogs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HabitLogs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Daily habit completions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habitId, userId, date, completed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Belongs to CustomHabit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Badges &amp; XpHistory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Gamification data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userId, name, earnedAt / amount, source, date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Belongs to User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62000" y="6921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Pattern:</a:t>
            </a:r>
            <a:r>
              <a:rPr lang="en-US" sz="15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collections use UUID string-based _id fields via Mongoose. UserId references link every document to its owner, enabling secure multi-user data isolation. MongoDB's flexible schema allows easy future extensions.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&amp; API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753600" y="469900"/>
            <a:ext cx="32512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API Endpoints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95400"/>
            <a:ext cx="7620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5079998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81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Route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Endpoint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/api/auth/register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 registration with validation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&lt;p&gt;&lt;span&gt;&lt;/span&gt;&lt;/p&gt;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/api/auth/login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Login, returns JWT token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&lt;p&gt;&lt;span&gt;&lt;/span&gt;&lt;/p&gt;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/api/auth/me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 current user profile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Namaz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GET/POST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/api/namaz/today, /log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Fetch and log daily prayers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Work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/api/work/start, /stop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Start and stop focus timer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Exercise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POST/GET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/api/exercise/log, /logs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 and fetch exercise data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Habits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CRUD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/api/habits, /habits/:id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Create, read, update, delete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Todo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CRUD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/api/todo/lists, /tasks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List and task management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Analytics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/api/analytics/overview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Dashboard analytics data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PUT/DELETE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/api/users/profile, /account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Profile and account management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62000" y="6858000"/>
            <a:ext cx="14732000" cy="8255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1117600" y="7048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76200" y="57150"/>
                </a:moveTo>
                <a:lnTo>
                  <a:pt x="76200" y="95250"/>
                </a:lnTo>
                <a:lnTo>
                  <a:pt x="152400" y="95250"/>
                </a:lnTo>
                <a:lnTo>
                  <a:pt x="152400" y="57150"/>
                </a:lnTo>
                <a:cubicBezTo>
                  <a:pt x="152400" y="36135"/>
                  <a:pt x="135315" y="19050"/>
                  <a:pt x="114300" y="19050"/>
                </a:cubicBezTo>
                <a:cubicBezTo>
                  <a:pt x="93285" y="19050"/>
                  <a:pt x="76200" y="36135"/>
                  <a:pt x="76200" y="57150"/>
                </a:cubicBezTo>
                <a:close/>
                <a:moveTo>
                  <a:pt x="38100" y="95250"/>
                </a:moveTo>
                <a:lnTo>
                  <a:pt x="38100" y="57150"/>
                </a:lnTo>
                <a:cubicBezTo>
                  <a:pt x="38100" y="15061"/>
                  <a:pt x="72211" y="-19050"/>
                  <a:pt x="114300" y="-19050"/>
                </a:cubicBezTo>
                <a:cubicBezTo>
                  <a:pt x="156389" y="-19050"/>
                  <a:pt x="190500" y="15061"/>
                  <a:pt x="190500" y="57150"/>
                </a:cubicBezTo>
                <a:lnTo>
                  <a:pt x="190500" y="95250"/>
                </a:lnTo>
                <a:cubicBezTo>
                  <a:pt x="211515" y="95250"/>
                  <a:pt x="228600" y="112335"/>
                  <a:pt x="228600" y="13335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17085" y="95250"/>
                  <a:pt x="38100" y="9525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1524000" y="6921500"/>
            <a:ext cx="13589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Security: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routes except /auth/register and /auth/login are protected by JWT middleware. Requests must include </a:t>
            </a:r>
            <a:r>
              <a:rPr lang="en-US" sz="150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Authorization: Bearer &lt;token&gt;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header. Invalid or expired tokens return 401 Unauthorized.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gradFill flip="none" rotWithShape="1">
          <a:gsLst>
            <a:gs pos="0">
              <a:srgbClr val="0F172A"/>
            </a:gs>
            <a:gs pos="100000">
              <a:srgbClr val="1E293B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5080000" cy="215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0" b="1" dirty="0">
                <a:solidFill>
                  <a:srgbClr val="FFFFFF">
                    <a:alpha val="313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6000" y="330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kern="0" spc="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FIVE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3746500"/>
            <a:ext cx="762000" cy="50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1016000" y="4000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Conclusion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16000" y="4889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challenges, solutions, and future work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&amp; 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004800" y="469900"/>
            <a:ext cx="32512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95400"/>
            <a:ext cx="7620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762000" y="1587500"/>
            <a:ext cx="4699000" cy="3175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1079500" y="184150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1079500" y="184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76400" y="1841500"/>
            <a:ext cx="349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Streak Calculation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9500" y="2476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Challenge:</a:t>
            </a:r>
            <a:r>
              <a:rPr lang="en-US" sz="14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Calculating accurate streaks across date gaps and multiple entries per day.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9500" y="32766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Smart algorithm that checks today/yesterday continuity first, then iterates backwards detecting gaps greater than 1 day.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78500" y="1587500"/>
            <a:ext cx="4699000" cy="3175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6096000" y="18415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6096000" y="184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92900" y="1841500"/>
            <a:ext cx="349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MongoDB Aggregation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0" y="2476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Challenge:</a:t>
            </a:r>
            <a:r>
              <a:rPr lang="en-US" sz="14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Complex analytics queries requiring multi-collection aggregation with date filtering.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0" y="32766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Optimized Mongoose queries with date-range filtering, lean() for performance, and in-memory aggregation for complex calculations.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795000" y="1587500"/>
            <a:ext cx="4699000" cy="3175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11112500" y="18415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11112500" y="184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709400" y="1841500"/>
            <a:ext cx="349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Timer State Management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12500" y="2476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Challenge:</a:t>
            </a:r>
            <a:r>
              <a:rPr lang="en-US" sz="140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Maintaining accurate timer state across page navigations and browser refreshes.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12500" y="32766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React Context API with localStorage persistence, storing startTime timestamp and calculating elapsed time on component mount.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1435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1193800" y="54864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32489" y="304800"/>
                </a:moveTo>
                <a:cubicBezTo>
                  <a:pt x="238284" y="287099"/>
                  <a:pt x="249872" y="271066"/>
                  <a:pt x="262969" y="257254"/>
                </a:cubicBezTo>
                <a:cubicBezTo>
                  <a:pt x="288925" y="229949"/>
                  <a:pt x="304800" y="193040"/>
                  <a:pt x="304800" y="152400"/>
                </a:cubicBezTo>
                <a:cubicBezTo>
                  <a:pt x="304800" y="68263"/>
                  <a:pt x="236537" y="0"/>
                  <a:pt x="152400" y="0"/>
                </a:cubicBezTo>
                <a:cubicBezTo>
                  <a:pt x="68262" y="0"/>
                  <a:pt x="0" y="68263"/>
                  <a:pt x="0" y="152400"/>
                </a:cubicBezTo>
                <a:cubicBezTo>
                  <a:pt x="0" y="193040"/>
                  <a:pt x="15875" y="229949"/>
                  <a:pt x="41831" y="257254"/>
                </a:cubicBezTo>
                <a:cubicBezTo>
                  <a:pt x="54928" y="271066"/>
                  <a:pt x="66596" y="287099"/>
                  <a:pt x="72311" y="304800"/>
                </a:cubicBezTo>
                <a:lnTo>
                  <a:pt x="232410" y="304800"/>
                </a:lnTo>
                <a:close/>
                <a:moveTo>
                  <a:pt x="228600" y="342900"/>
                </a:moveTo>
                <a:lnTo>
                  <a:pt x="76200" y="342900"/>
                </a:lnTo>
                <a:lnTo>
                  <a:pt x="76200" y="355600"/>
                </a:lnTo>
                <a:cubicBezTo>
                  <a:pt x="76200" y="390684"/>
                  <a:pt x="104616" y="419100"/>
                  <a:pt x="139700" y="419100"/>
                </a:cubicBezTo>
                <a:lnTo>
                  <a:pt x="165100" y="419100"/>
                </a:lnTo>
                <a:cubicBezTo>
                  <a:pt x="200184" y="419100"/>
                  <a:pt x="228600" y="390684"/>
                  <a:pt x="228600" y="355600"/>
                </a:cubicBezTo>
                <a:lnTo>
                  <a:pt x="228600" y="342900"/>
                </a:lnTo>
                <a:close/>
                <a:moveTo>
                  <a:pt x="146050" y="88900"/>
                </a:moveTo>
                <a:cubicBezTo>
                  <a:pt x="114459" y="88900"/>
                  <a:pt x="88900" y="114459"/>
                  <a:pt x="88900" y="146050"/>
                </a:cubicBezTo>
                <a:cubicBezTo>
                  <a:pt x="88900" y="156607"/>
                  <a:pt x="80407" y="165100"/>
                  <a:pt x="69850" y="165100"/>
                </a:cubicBezTo>
                <a:cubicBezTo>
                  <a:pt x="59293" y="165100"/>
                  <a:pt x="50800" y="156607"/>
                  <a:pt x="50800" y="146050"/>
                </a:cubicBezTo>
                <a:cubicBezTo>
                  <a:pt x="50800" y="93424"/>
                  <a:pt x="93424" y="50800"/>
                  <a:pt x="146050" y="50800"/>
                </a:cubicBezTo>
                <a:cubicBezTo>
                  <a:pt x="156607" y="50800"/>
                  <a:pt x="165100" y="59293"/>
                  <a:pt x="165100" y="69850"/>
                </a:cubicBezTo>
                <a:cubicBezTo>
                  <a:pt x="165100" y="80407"/>
                  <a:pt x="156607" y="88900"/>
                  <a:pt x="146050" y="8890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1714500" y="533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Learnings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714500" y="5689600"/>
            <a:ext cx="13398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Full-stack development requires careful API design. MongoDB's flexibility speeds up prototyping. JWT auth patterns are essential for secure SPAs. React Context + localStorage solves many state persistence challenges.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&amp; 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004800" y="469900"/>
            <a:ext cx="32512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95400"/>
            <a:ext cx="7620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762000" y="1651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1123950" y="19304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1112" y="44450"/>
                </a:moveTo>
                <a:cubicBezTo>
                  <a:pt x="11112" y="19933"/>
                  <a:pt x="31046" y="0"/>
                  <a:pt x="55563" y="0"/>
                </a:cubicBezTo>
                <a:lnTo>
                  <a:pt x="211138" y="0"/>
                </a:lnTo>
                <a:cubicBezTo>
                  <a:pt x="235654" y="0"/>
                  <a:pt x="255587" y="19933"/>
                  <a:pt x="255587" y="44450"/>
                </a:cubicBezTo>
                <a:lnTo>
                  <a:pt x="255587" y="311150"/>
                </a:lnTo>
                <a:cubicBezTo>
                  <a:pt x="255587" y="335667"/>
                  <a:pt x="235654" y="355600"/>
                  <a:pt x="211138" y="355600"/>
                </a:cubicBezTo>
                <a:lnTo>
                  <a:pt x="55563" y="355600"/>
                </a:lnTo>
                <a:cubicBezTo>
                  <a:pt x="31046" y="355600"/>
                  <a:pt x="11112" y="335667"/>
                  <a:pt x="11112" y="311150"/>
                </a:cubicBezTo>
                <a:lnTo>
                  <a:pt x="11112" y="44450"/>
                </a:lnTo>
                <a:close/>
                <a:moveTo>
                  <a:pt x="55563" y="44450"/>
                </a:moveTo>
                <a:lnTo>
                  <a:pt x="55563" y="255587"/>
                </a:lnTo>
                <a:lnTo>
                  <a:pt x="211138" y="255587"/>
                </a:lnTo>
                <a:lnTo>
                  <a:pt x="211138" y="44450"/>
                </a:lnTo>
                <a:lnTo>
                  <a:pt x="55563" y="44450"/>
                </a:lnTo>
                <a:close/>
                <a:moveTo>
                  <a:pt x="133350" y="327819"/>
                </a:moveTo>
                <a:cubicBezTo>
                  <a:pt x="145643" y="327819"/>
                  <a:pt x="155575" y="317887"/>
                  <a:pt x="155575" y="305594"/>
                </a:cubicBezTo>
                <a:cubicBezTo>
                  <a:pt x="155575" y="293301"/>
                  <a:pt x="145643" y="283369"/>
                  <a:pt x="133350" y="283369"/>
                </a:cubicBezTo>
                <a:cubicBezTo>
                  <a:pt x="121057" y="283369"/>
                  <a:pt x="111125" y="293301"/>
                  <a:pt x="111125" y="305594"/>
                </a:cubicBezTo>
                <a:cubicBezTo>
                  <a:pt x="111125" y="317887"/>
                  <a:pt x="121057" y="327819"/>
                  <a:pt x="133350" y="327819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1587500" y="1905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2413000"/>
            <a:ext cx="406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 React Native mobile app for iOS and Android with offline support and push notifications.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78500" y="1651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6051550" y="19304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22250" y="11112"/>
                </a:moveTo>
                <a:cubicBezTo>
                  <a:pt x="262116" y="11112"/>
                  <a:pt x="294481" y="43478"/>
                  <a:pt x="294481" y="83344"/>
                </a:cubicBezTo>
                <a:cubicBezTo>
                  <a:pt x="294481" y="123209"/>
                  <a:pt x="262116" y="155575"/>
                  <a:pt x="222250" y="155575"/>
                </a:cubicBezTo>
                <a:cubicBezTo>
                  <a:pt x="182384" y="155575"/>
                  <a:pt x="150019" y="123209"/>
                  <a:pt x="150019" y="83344"/>
                </a:cubicBezTo>
                <a:cubicBezTo>
                  <a:pt x="150019" y="43478"/>
                  <a:pt x="182384" y="11113"/>
                  <a:pt x="222250" y="11112"/>
                </a:cubicBezTo>
                <a:close/>
                <a:moveTo>
                  <a:pt x="66675" y="61119"/>
                </a:moveTo>
                <a:cubicBezTo>
                  <a:pt x="94274" y="61119"/>
                  <a:pt x="116681" y="83526"/>
                  <a:pt x="116681" y="111125"/>
                </a:cubicBezTo>
                <a:cubicBezTo>
                  <a:pt x="116681" y="138724"/>
                  <a:pt x="94274" y="161131"/>
                  <a:pt x="66675" y="161131"/>
                </a:cubicBezTo>
                <a:cubicBezTo>
                  <a:pt x="39076" y="161131"/>
                  <a:pt x="16669" y="138724"/>
                  <a:pt x="16669" y="111125"/>
                </a:cubicBezTo>
                <a:cubicBezTo>
                  <a:pt x="16669" y="83526"/>
                  <a:pt x="39076" y="61119"/>
                  <a:pt x="66675" y="61119"/>
                </a:cubicBezTo>
                <a:close/>
                <a:moveTo>
                  <a:pt x="0" y="288925"/>
                </a:moveTo>
                <a:cubicBezTo>
                  <a:pt x="0" y="239822"/>
                  <a:pt x="39797" y="200025"/>
                  <a:pt x="88900" y="200025"/>
                </a:cubicBezTo>
                <a:cubicBezTo>
                  <a:pt x="97790" y="200025"/>
                  <a:pt x="106402" y="201345"/>
                  <a:pt x="114528" y="203775"/>
                </a:cubicBezTo>
                <a:cubicBezTo>
                  <a:pt x="91678" y="229334"/>
                  <a:pt x="77788" y="263088"/>
                  <a:pt x="77788" y="300038"/>
                </a:cubicBezTo>
                <a:lnTo>
                  <a:pt x="77788" y="311150"/>
                </a:lnTo>
                <a:cubicBezTo>
                  <a:pt x="77788" y="319068"/>
                  <a:pt x="79454" y="326569"/>
                  <a:pt x="82441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362059" y="333375"/>
                </a:moveTo>
                <a:cubicBezTo>
                  <a:pt x="365046" y="326569"/>
                  <a:pt x="366712" y="319068"/>
                  <a:pt x="366712" y="311150"/>
                </a:cubicBezTo>
                <a:lnTo>
                  <a:pt x="366712" y="300038"/>
                </a:lnTo>
                <a:cubicBezTo>
                  <a:pt x="366712" y="263088"/>
                  <a:pt x="352822" y="229334"/>
                  <a:pt x="329972" y="203775"/>
                </a:cubicBezTo>
                <a:cubicBezTo>
                  <a:pt x="338098" y="201345"/>
                  <a:pt x="346710" y="200025"/>
                  <a:pt x="355600" y="200025"/>
                </a:cubicBezTo>
                <a:cubicBezTo>
                  <a:pt x="404703" y="200025"/>
                  <a:pt x="444500" y="239822"/>
                  <a:pt x="444500" y="288925"/>
                </a:cubicBezTo>
                <a:lnTo>
                  <a:pt x="444500" y="311150"/>
                </a:lnTo>
                <a:cubicBezTo>
                  <a:pt x="444500" y="323443"/>
                  <a:pt x="434568" y="333375"/>
                  <a:pt x="422275" y="333375"/>
                </a:cubicBezTo>
                <a:lnTo>
                  <a:pt x="362059" y="333375"/>
                </a:lnTo>
                <a:close/>
                <a:moveTo>
                  <a:pt x="327819" y="111125"/>
                </a:moveTo>
                <a:cubicBezTo>
                  <a:pt x="327819" y="83526"/>
                  <a:pt x="350226" y="61119"/>
                  <a:pt x="377825" y="61119"/>
                </a:cubicBezTo>
                <a:cubicBezTo>
                  <a:pt x="405424" y="61119"/>
                  <a:pt x="427831" y="83526"/>
                  <a:pt x="427831" y="111125"/>
                </a:cubicBezTo>
                <a:cubicBezTo>
                  <a:pt x="427831" y="138724"/>
                  <a:pt x="405424" y="161131"/>
                  <a:pt x="377825" y="161131"/>
                </a:cubicBezTo>
                <a:cubicBezTo>
                  <a:pt x="350226" y="161131"/>
                  <a:pt x="327819" y="138724"/>
                  <a:pt x="327819" y="111125"/>
                </a:cubicBezTo>
                <a:close/>
                <a:moveTo>
                  <a:pt x="111125" y="300038"/>
                </a:moveTo>
                <a:cubicBezTo>
                  <a:pt x="111125" y="238641"/>
                  <a:pt x="160853" y="188913"/>
                  <a:pt x="222250" y="188913"/>
                </a:cubicBezTo>
                <a:cubicBezTo>
                  <a:pt x="283647" y="188913"/>
                  <a:pt x="333375" y="238641"/>
                  <a:pt x="333375" y="300038"/>
                </a:cubicBezTo>
                <a:lnTo>
                  <a:pt x="333375" y="311150"/>
                </a:lnTo>
                <a:cubicBezTo>
                  <a:pt x="333375" y="323443"/>
                  <a:pt x="323443" y="333375"/>
                  <a:pt x="311150" y="333375"/>
                </a:cubicBezTo>
                <a:lnTo>
                  <a:pt x="133350" y="333375"/>
                </a:lnTo>
                <a:cubicBezTo>
                  <a:pt x="121057" y="333375"/>
                  <a:pt x="111125" y="323443"/>
                  <a:pt x="111125" y="311150"/>
                </a:cubicBezTo>
                <a:lnTo>
                  <a:pt x="111125" y="300038"/>
                </a:ln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604000" y="1905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Features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0" y="2413000"/>
            <a:ext cx="406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Friend challenges, leaderboards, and habit sharing to build a community of motivated users.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95000" y="1651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11068050" y="19304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11620500" y="1905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Recommendations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12500" y="2413000"/>
            <a:ext cx="406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habit suggestions based on user patterns, missed streaks, and optimal timing.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38735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1101725" y="41529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0"/>
                </a:moveTo>
                <a:cubicBezTo>
                  <a:pt x="143282" y="0"/>
                  <a:pt x="133350" y="9932"/>
                  <a:pt x="133350" y="22225"/>
                </a:cubicBezTo>
                <a:lnTo>
                  <a:pt x="133350" y="24448"/>
                </a:lnTo>
                <a:cubicBezTo>
                  <a:pt x="82649" y="34727"/>
                  <a:pt x="44450" y="79593"/>
                  <a:pt x="44450" y="133350"/>
                </a:cubicBezTo>
                <a:lnTo>
                  <a:pt x="44450" y="148421"/>
                </a:lnTo>
                <a:cubicBezTo>
                  <a:pt x="44450" y="181828"/>
                  <a:pt x="33060" y="214263"/>
                  <a:pt x="12224" y="240377"/>
                </a:cubicBezTo>
                <a:lnTo>
                  <a:pt x="5417" y="248851"/>
                </a:lnTo>
                <a:cubicBezTo>
                  <a:pt x="1875" y="253226"/>
                  <a:pt x="0" y="258643"/>
                  <a:pt x="0" y="264269"/>
                </a:cubicBezTo>
                <a:cubicBezTo>
                  <a:pt x="0" y="277882"/>
                  <a:pt x="11043" y="288925"/>
                  <a:pt x="24656" y="288925"/>
                </a:cubicBezTo>
                <a:lnTo>
                  <a:pt x="286425" y="288925"/>
                </a:lnTo>
                <a:cubicBezTo>
                  <a:pt x="300038" y="288925"/>
                  <a:pt x="311081" y="277882"/>
                  <a:pt x="311081" y="264269"/>
                </a:cubicBezTo>
                <a:cubicBezTo>
                  <a:pt x="311081" y="258643"/>
                  <a:pt x="309205" y="253226"/>
                  <a:pt x="305663" y="248851"/>
                </a:cubicBezTo>
                <a:lnTo>
                  <a:pt x="298857" y="240377"/>
                </a:lnTo>
                <a:cubicBezTo>
                  <a:pt x="278090" y="214263"/>
                  <a:pt x="266700" y="181828"/>
                  <a:pt x="266700" y="148421"/>
                </a:cubicBezTo>
                <a:lnTo>
                  <a:pt x="266700" y="133350"/>
                </a:lnTo>
                <a:cubicBezTo>
                  <a:pt x="266700" y="79593"/>
                  <a:pt x="228501" y="34727"/>
                  <a:pt x="177800" y="24447"/>
                </a:cubicBezTo>
                <a:lnTo>
                  <a:pt x="177800" y="22225"/>
                </a:lnTo>
                <a:cubicBezTo>
                  <a:pt x="177800" y="9932"/>
                  <a:pt x="167868" y="0"/>
                  <a:pt x="155575" y="0"/>
                </a:cubicBezTo>
                <a:close/>
                <a:moveTo>
                  <a:pt x="112514" y="322263"/>
                </a:moveTo>
                <a:cubicBezTo>
                  <a:pt x="117445" y="341432"/>
                  <a:pt x="134878" y="355600"/>
                  <a:pt x="155575" y="355600"/>
                </a:cubicBezTo>
                <a:cubicBezTo>
                  <a:pt x="176272" y="355600"/>
                  <a:pt x="193705" y="341432"/>
                  <a:pt x="198636" y="322263"/>
                </a:cubicBezTo>
                <a:lnTo>
                  <a:pt x="112514" y="322263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1587500" y="4127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Push Notifications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79500" y="4635500"/>
            <a:ext cx="406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Reminders for prayer times, habit deadlines, and streak maintenance via push notifications.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78500" y="38735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6096000" y="4152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79593" y="0"/>
                  <a:pt x="0" y="79593"/>
                  <a:pt x="0" y="177800"/>
                </a:cubicBezTo>
                <a:cubicBezTo>
                  <a:pt x="0" y="276007"/>
                  <a:pt x="79593" y="355600"/>
                  <a:pt x="177800" y="355600"/>
                </a:cubicBezTo>
                <a:cubicBezTo>
                  <a:pt x="225584" y="355600"/>
                  <a:pt x="268992" y="336709"/>
                  <a:pt x="300940" y="306010"/>
                </a:cubicBezTo>
                <a:cubicBezTo>
                  <a:pt x="306010" y="301149"/>
                  <a:pt x="307469" y="293578"/>
                  <a:pt x="304621" y="287189"/>
                </a:cubicBezTo>
                <a:cubicBezTo>
                  <a:pt x="301774" y="280799"/>
                  <a:pt x="295106" y="276840"/>
                  <a:pt x="288092" y="277396"/>
                </a:cubicBezTo>
                <a:cubicBezTo>
                  <a:pt x="284688" y="277674"/>
                  <a:pt x="281285" y="277813"/>
                  <a:pt x="277813" y="277813"/>
                </a:cubicBezTo>
                <a:cubicBezTo>
                  <a:pt x="207248" y="277813"/>
                  <a:pt x="150019" y="220583"/>
                  <a:pt x="150019" y="150019"/>
                </a:cubicBezTo>
                <a:cubicBezTo>
                  <a:pt x="150019" y="99943"/>
                  <a:pt x="178842" y="56535"/>
                  <a:pt x="220930" y="35560"/>
                </a:cubicBezTo>
                <a:cubicBezTo>
                  <a:pt x="227251" y="32435"/>
                  <a:pt x="230862" y="25628"/>
                  <a:pt x="230029" y="18613"/>
                </a:cubicBezTo>
                <a:cubicBezTo>
                  <a:pt x="229195" y="11599"/>
                  <a:pt x="224056" y="5904"/>
                  <a:pt x="217180" y="4376"/>
                </a:cubicBezTo>
                <a:cubicBezTo>
                  <a:pt x="204470" y="1528"/>
                  <a:pt x="191274" y="0"/>
                  <a:pt x="177800" y="0"/>
                </a:cubicBez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604000" y="4127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Dark Mode Theme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96000" y="4635500"/>
            <a:ext cx="406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dark mode support for comfortable usage during night hours and reduced eye strain.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795000" y="38735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11090275" y="41529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11125" y="0"/>
                </a:moveTo>
                <a:cubicBezTo>
                  <a:pt x="123418" y="0"/>
                  <a:pt x="133350" y="9932"/>
                  <a:pt x="133350" y="22225"/>
                </a:cubicBezTo>
                <a:lnTo>
                  <a:pt x="133350" y="44450"/>
                </a:lnTo>
                <a:lnTo>
                  <a:pt x="222250" y="44450"/>
                </a:lnTo>
                <a:cubicBezTo>
                  <a:pt x="234543" y="44450"/>
                  <a:pt x="244475" y="54382"/>
                  <a:pt x="244475" y="66675"/>
                </a:cubicBezTo>
                <a:cubicBezTo>
                  <a:pt x="244475" y="78968"/>
                  <a:pt x="234543" y="88900"/>
                  <a:pt x="222250" y="88900"/>
                </a:cubicBezTo>
                <a:lnTo>
                  <a:pt x="215583" y="88900"/>
                </a:lnTo>
                <a:lnTo>
                  <a:pt x="209748" y="104944"/>
                </a:lnTo>
                <a:cubicBezTo>
                  <a:pt x="198358" y="136336"/>
                  <a:pt x="181203" y="165021"/>
                  <a:pt x="159603" y="189676"/>
                </a:cubicBezTo>
                <a:cubicBezTo>
                  <a:pt x="169466" y="195788"/>
                  <a:pt x="179745" y="201206"/>
                  <a:pt x="190440" y="205998"/>
                </a:cubicBezTo>
                <a:lnTo>
                  <a:pt x="225445" y="221555"/>
                </a:lnTo>
                <a:lnTo>
                  <a:pt x="268645" y="124321"/>
                </a:lnTo>
                <a:cubicBezTo>
                  <a:pt x="272187" y="116265"/>
                  <a:pt x="280174" y="111125"/>
                  <a:pt x="288925" y="111125"/>
                </a:cubicBezTo>
                <a:cubicBezTo>
                  <a:pt x="297676" y="111125"/>
                  <a:pt x="305663" y="116265"/>
                  <a:pt x="309205" y="124321"/>
                </a:cubicBezTo>
                <a:lnTo>
                  <a:pt x="398105" y="324346"/>
                </a:lnTo>
                <a:cubicBezTo>
                  <a:pt x="403106" y="335598"/>
                  <a:pt x="398036" y="348724"/>
                  <a:pt x="386854" y="353655"/>
                </a:cubicBezTo>
                <a:cubicBezTo>
                  <a:pt x="375672" y="358586"/>
                  <a:pt x="362476" y="353586"/>
                  <a:pt x="357545" y="342404"/>
                </a:cubicBezTo>
                <a:lnTo>
                  <a:pt x="343654" y="311150"/>
                </a:lnTo>
                <a:lnTo>
                  <a:pt x="234265" y="311150"/>
                </a:lnTo>
                <a:lnTo>
                  <a:pt x="220375" y="342404"/>
                </a:lnTo>
                <a:cubicBezTo>
                  <a:pt x="215374" y="353655"/>
                  <a:pt x="202247" y="358656"/>
                  <a:pt x="191066" y="353655"/>
                </a:cubicBezTo>
                <a:cubicBezTo>
                  <a:pt x="179884" y="348655"/>
                  <a:pt x="174814" y="335528"/>
                  <a:pt x="179814" y="324346"/>
                </a:cubicBezTo>
                <a:lnTo>
                  <a:pt x="207456" y="262186"/>
                </a:lnTo>
                <a:lnTo>
                  <a:pt x="172452" y="246628"/>
                </a:lnTo>
                <a:cubicBezTo>
                  <a:pt x="156478" y="239544"/>
                  <a:pt x="141198" y="231071"/>
                  <a:pt x="126752" y="221347"/>
                </a:cubicBezTo>
                <a:cubicBezTo>
                  <a:pt x="111958" y="233293"/>
                  <a:pt x="95776" y="243711"/>
                  <a:pt x="78482" y="252393"/>
                </a:cubicBezTo>
                <a:lnTo>
                  <a:pt x="54382" y="264339"/>
                </a:lnTo>
                <a:cubicBezTo>
                  <a:pt x="43408" y="269825"/>
                  <a:pt x="30073" y="265380"/>
                  <a:pt x="24586" y="254407"/>
                </a:cubicBezTo>
                <a:cubicBezTo>
                  <a:pt x="19100" y="243433"/>
                  <a:pt x="23545" y="230098"/>
                  <a:pt x="34518" y="224611"/>
                </a:cubicBezTo>
                <a:lnTo>
                  <a:pt x="58480" y="212596"/>
                </a:lnTo>
                <a:cubicBezTo>
                  <a:pt x="69800" y="206901"/>
                  <a:pt x="80566" y="200303"/>
                  <a:pt x="90706" y="192941"/>
                </a:cubicBezTo>
                <a:cubicBezTo>
                  <a:pt x="81121" y="184120"/>
                  <a:pt x="72092" y="174605"/>
                  <a:pt x="63689" y="164534"/>
                </a:cubicBezTo>
                <a:lnTo>
                  <a:pt x="56674" y="156061"/>
                </a:lnTo>
                <a:cubicBezTo>
                  <a:pt x="48826" y="146616"/>
                  <a:pt x="50076" y="132586"/>
                  <a:pt x="59521" y="124738"/>
                </a:cubicBezTo>
                <a:cubicBezTo>
                  <a:pt x="68967" y="116890"/>
                  <a:pt x="82996" y="118140"/>
                  <a:pt x="90845" y="127585"/>
                </a:cubicBezTo>
                <a:lnTo>
                  <a:pt x="97929" y="136059"/>
                </a:lnTo>
                <a:cubicBezTo>
                  <a:pt x="105916" y="145713"/>
                  <a:pt x="114667" y="154672"/>
                  <a:pt x="123904" y="162937"/>
                </a:cubicBezTo>
                <a:cubicBezTo>
                  <a:pt x="143004" y="141823"/>
                  <a:pt x="158075" y="117029"/>
                  <a:pt x="168007" y="89733"/>
                </a:cubicBezTo>
                <a:lnTo>
                  <a:pt x="168354" y="88900"/>
                </a:lnTo>
                <a:lnTo>
                  <a:pt x="22294" y="88900"/>
                </a:lnTo>
                <a:cubicBezTo>
                  <a:pt x="9932" y="88900"/>
                  <a:pt x="0" y="78968"/>
                  <a:pt x="0" y="66675"/>
                </a:cubicBezTo>
                <a:cubicBezTo>
                  <a:pt x="0" y="54382"/>
                  <a:pt x="9932" y="44450"/>
                  <a:pt x="22225" y="44450"/>
                </a:cubicBezTo>
                <a:lnTo>
                  <a:pt x="88900" y="44450"/>
                </a:lnTo>
                <a:lnTo>
                  <a:pt x="88900" y="22225"/>
                </a:lnTo>
                <a:cubicBezTo>
                  <a:pt x="88900" y="9932"/>
                  <a:pt x="98832" y="0"/>
                  <a:pt x="111125" y="0"/>
                </a:cubicBezTo>
                <a:close/>
                <a:moveTo>
                  <a:pt x="288925" y="188079"/>
                </a:moveTo>
                <a:lnTo>
                  <a:pt x="253990" y="266700"/>
                </a:lnTo>
                <a:lnTo>
                  <a:pt x="323860" y="266700"/>
                </a:lnTo>
                <a:lnTo>
                  <a:pt x="288925" y="188079"/>
                </a:ln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11620500" y="4127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Multi-Language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112500" y="4635500"/>
            <a:ext cx="406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for Urdu, Arabic, and other languages to make the app accessible globally.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B198BD-FA73-C7EC-87A9-5A3044C1B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6" y="1046029"/>
            <a:ext cx="14540088" cy="705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79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BF93AB-50B2-29B7-904E-4563C5110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6" y="1264131"/>
            <a:ext cx="14540088" cy="661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41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C9645B-AEBF-A1FE-CF18-E3451D11D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6" y="1264131"/>
            <a:ext cx="14540088" cy="661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826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F81128-9C72-707F-8E38-6B00794EF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6" y="1264131"/>
            <a:ext cx="14540088" cy="661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528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A7EF7C-EAD3-E220-3417-E4D22EB55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6" y="1264131"/>
            <a:ext cx="14540088" cy="661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1750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F4BE25-997A-7892-B7C9-D543955E5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6" y="1264131"/>
            <a:ext cx="14540088" cy="661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643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29732A-637A-820D-DB2B-09400ACA9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6" y="1264131"/>
            <a:ext cx="14540088" cy="661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393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13CFCF-7951-82F3-D986-6FD481417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6" y="1264131"/>
            <a:ext cx="14540088" cy="661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83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6CE9C8-727C-10CE-8F74-A46FA281A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6" y="1282305"/>
            <a:ext cx="14540088" cy="657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94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470593-8A0F-A6FD-8B61-3FD9F70F0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6" y="1264131"/>
            <a:ext cx="14540088" cy="661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81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F6B4F0-F97F-B16E-5D81-84E1B52B1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6" y="1264131"/>
            <a:ext cx="14540088" cy="661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273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0EDEE4-7C5D-2CE4-4B20-88D3C174B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6" y="1264131"/>
            <a:ext cx="14540088" cy="661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5980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51286C-4308-4A45-6C7B-0ACA26503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6" y="1264131"/>
            <a:ext cx="14540088" cy="661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8624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843991-CD53-8787-EE0C-0657E126D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6" y="1264131"/>
            <a:ext cx="14540088" cy="661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7574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gradFill flip="none" rotWithShape="1">
          <a:gsLst>
            <a:gs pos="0">
              <a:srgbClr val="0F172A"/>
            </a:gs>
            <a:gs pos="100000">
              <a:srgbClr val="1E293B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5500" y="2540000"/>
            <a:ext cx="1905000" cy="50800"/>
          </a:xfrm>
          <a:prstGeom prst="rect">
            <a:avLst/>
          </a:prstGeom>
          <a:gradFill flip="none" rotWithShape="1">
            <a:gsLst>
              <a:gs pos="0">
                <a:srgbClr val="10B981"/>
              </a:gs>
              <a:gs pos="100000">
                <a:srgbClr val="34D399"/>
              </a:gs>
            </a:gsLst>
            <a:lin ang="0" scaled="1"/>
          </a:gra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048000" y="28575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83000" y="3937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Better Habits, One Day at a Time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23000" y="4699000"/>
            <a:ext cx="3810000" cy="127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953000" y="4953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Answers Welcome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88000" y="5715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kern="0" spc="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83000" y="61595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Abdul Waseh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0" y="61595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Mueez Ahmad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33000" y="61595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Mir Fawad Ul Haq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53000" y="67945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Engineering 2 — Spring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1905</Words>
  <Application>Microsoft Office PowerPoint</Application>
  <PresentationFormat>Custom</PresentationFormat>
  <Paragraphs>447</Paragraphs>
  <Slides>34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Quattrocento Sans</vt:lpstr>
      <vt:lpstr>Liter</vt:lpstr>
      <vt:lpstr>Arial</vt:lpstr>
      <vt:lpstr>QuattrocentoSans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HabitFlow - Personal Habit Tracking Application</dc:title>
  <dc:subject>HabitFlow - Personal Habit Tracking Application</dc:subject>
  <dc:creator>Kimi</dc:creator>
  <cp:lastModifiedBy>Mueez Ahmad</cp:lastModifiedBy>
  <cp:revision>2</cp:revision>
  <dcterms:created xsi:type="dcterms:W3CDTF">2026-05-18T16:49:23Z</dcterms:created>
  <dcterms:modified xsi:type="dcterms:W3CDTF">2026-05-18T17:22:11Z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{"Label":"HabitFlow - Personal Habit Tracking Application","ContentProducer":"001191110108MACG2KBH8F10000","ProduceID":"19e3bfc2-6e52-81a0-8000-00003c694817","ReservedCode1":"","ContentPropagator":"001191110108MACG2KBH8F20000","PropagateID":"19e3bfc2-6e52-81a0-8000-00003c694817","ReservedCode2":""}</vt:lpwstr>
  </property>
</Properties>
</file>